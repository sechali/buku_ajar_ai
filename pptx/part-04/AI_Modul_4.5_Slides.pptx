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4.5: Exploratory Data Analysis (EDA)</a:t>
            </a:r>
          </a:p>
          <a:p>
            <a:pPr>
              <a:spcBef>
                <a:spcPts val="1200"/>
              </a:spcBef>
              <a:defRPr sz="1600">
                <a:solidFill>
                  <a:srgbClr val="94A3B8"/>
                </a:solidFill>
              </a:defRPr>
            </a:pPr>
            <a:r>
              <a:t>Bagian 4: Pengolahan, Analisis, dan Visualisasi Data Ilmiah</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prinsip dasar Analisis Data Eksploratif (EDA) menurut paradigma John Tukey dan kerangka kerja inferensi berbasis bukti.</a:t>
            </a:r>
          </a:p>
          <a:p>
            <a:pPr>
              <a:spcAft>
                <a:spcPts val="400"/>
              </a:spcAft>
              <a:defRPr sz="1100">
                <a:solidFill>
                  <a:srgbClr val="334155"/>
                </a:solidFill>
              </a:defRPr>
            </a:pPr>
            <a:r>
              <a:t>•  Menganalisis (C4) karakteristik statistik univariat (distribusi, skewness, kurtosis) dan multivariat pada variabel agronomi dan iklim perkebunan.</a:t>
            </a:r>
          </a:p>
          <a:p>
            <a:pPr>
              <a:spcAft>
                <a:spcPts val="400"/>
              </a:spcAft>
              <a:defRPr sz="1100">
                <a:solidFill>
                  <a:srgbClr val="334155"/>
                </a:solidFill>
              </a:defRPr>
            </a:pPr>
            <a:r>
              <a:t>•  Mengevaluasi (C4) korelasi Pearson dan Spearman untuk mendeteksi multikolinearitas antar-fitur fisik tanah dan reflektansi spektral daun.</a:t>
            </a:r>
          </a:p>
          <a:p>
            <a:pPr>
              <a:spcAft>
                <a:spcPts val="400"/>
              </a:spcAft>
              <a:defRPr sz="1100">
                <a:solidFill>
                  <a:srgbClr val="334155"/>
                </a:solidFill>
              </a:defRPr>
            </a:pPr>
            <a:r>
              <a:t>•  Menyusun (C3) ringkasan profil data terstruktur (data profiling report) yang memandu seleksi fitur untuk pemodelan prediktif machine learning.</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Exploratory Data Analysis (EDA).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sigma^2 = frac1nsum_i=1^n (x_i - barx)^2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Exploratory Data Analysis (EDA)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KERANGKA KERJA EKSPLORASI DATA ANALISIS</a:t>
            </a:r>
          </a:p>
        </p:txBody>
      </p:sp>
      <p:pic>
        <p:nvPicPr>
          <p:cNvPr id="12" name="Picture 11" descr="kerangka_eksplorasi_data_analisis_eda.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Pipeline Standar Industri Python</a:t>
            </a:r>
            <a:br/>
            <a:r>
              <a:t>import numpy as np</a:t>
            </a:r>
            <a:br/>
            <a:br/>
            <a:r>
              <a:t>def execute_pipeline(data):</a:t>
            </a:r>
            <a:br/>
            <a:r>
              <a:t>    # Pemrosesan terstandardisasi</a:t>
            </a:r>
            <a:br/>
            <a:r>
              <a:t>    return np.asarray(data)</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Exploratory Data Analysis (EDA):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4.5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Exploratory Data Analysis (EDA)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