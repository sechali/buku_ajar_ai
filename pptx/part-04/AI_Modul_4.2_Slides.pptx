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4.2: NumPy untuk Komputasi Numerik</a:t>
            </a:r>
          </a:p>
          <a:p>
            <a:pPr>
              <a:spcBef>
                <a:spcPts val="1200"/>
              </a:spcBef>
              <a:defRPr sz="1600">
                <a:solidFill>
                  <a:srgbClr val="94A3B8"/>
                </a:solidFill>
              </a:defRPr>
            </a:pPr>
            <a:r>
              <a:t>Bagian 4: Pengolahan, Analisis, dan Visualisasi Data Ilmiah</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4.2</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arsitektur internal larik ndarray NumPy: blok memori kontinu C, strides, dan penentuan tipe data homogen (dtypes).</a:t>
            </a:r>
          </a:p>
          <a:p>
            <a:pPr>
              <a:spcAft>
                <a:spcPts val="400"/>
              </a:spcAft>
              <a:defRPr sz="1100">
                <a:solidFill>
                  <a:srgbClr val="334155"/>
                </a:solidFill>
              </a:defRPr>
            </a:pPr>
            <a:r>
              <a:t>•  Menerapkan (C3) operasi larik tervektorisasi (vectorization) dan aturan penyiaran (broadcasting) untuk komputasi aljabar linier bebas loop Python.</a:t>
            </a:r>
          </a:p>
          <a:p>
            <a:pPr>
              <a:spcAft>
                <a:spcPts val="400"/>
              </a:spcAft>
              <a:defRPr sz="1100">
                <a:solidFill>
                  <a:srgbClr val="334155"/>
                </a:solidFill>
              </a:defRPr>
            </a:pPr>
            <a:r>
              <a:t>•  Menganalisis (C4) perbandingan efisiensi waktu eksekusi dan konsumsi cache CPU antara list bawaan Python versus NumPy ndarray.</a:t>
            </a:r>
          </a:p>
          <a:p>
            <a:pPr>
              <a:spcAft>
                <a:spcPts val="400"/>
              </a:spcAft>
              <a:defRPr sz="1100">
                <a:solidFill>
                  <a:srgbClr val="334155"/>
                </a:solidFill>
              </a:defRPr>
            </a:pPr>
            <a:r>
              <a:t>•  Menghitung (C3) indeks vegetasi multispektral UAV (seperti NDVI dan SAVI) secara terprogram menggunakan operasi matriks tervektorisasi.</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4.2</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NumPy untuk Komputasi Numerik.</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Strides_C-order = (N times 8, 8)</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NumPy untuk Komputasi Numerik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4.2</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MEMORI NUMPY NDARRAY</a:t>
            </a:r>
          </a:p>
        </p:txBody>
      </p:sp>
      <p:pic>
        <p:nvPicPr>
          <p:cNvPr id="12" name="Picture 11" descr="arsitektur_memori_numpy_ndarray.png"/>
          <p:cNvPicPr>
            <a:picLocks noChangeAspect="1"/>
          </p:cNvPicPr>
          <p:nvPr/>
        </p:nvPicPr>
        <p:blipFill>
          <a:blip r:embed="rId2"/>
          <a:stretch>
            <a:fillRect/>
          </a:stretch>
        </p:blipFill>
        <p:spPr>
          <a:xfrm>
            <a:off x="914399" y="2646045"/>
            <a:ext cx="5669280" cy="248031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4.2</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arsitektur internal larik ndarray NumPy: blok memori kontinu C, *strides*, dan penentuan tipe data homogen (*dtypes*).</a:t>
            </a:r>
            <a:br/>
            <a:r>
              <a:t>2. **Menerapkan (C3)** operasi larik tervektorisasi (*vectorization*) dan aturan penyiaran (*broadcasting*) untuk komputasi aljabar linier bebas loop Python.</a:t>
            </a:r>
            <a:br/>
            <a:r>
              <a:t>3. **Menganalisis (C4)** perbandingan efisiensi waktu eksekusi dan konsumsi cache CPU antara list bawaan Python versus NumPy ndarray.</a:t>
            </a:r>
            <a:br/>
            <a:r>
              <a:t>4. **Menghitung (C3)** indeks vegetasi multispektral UAV (seperti NDVI dan SAVI) secara terprogram menggunakan operasi matriks tervektorisasi.</a:t>
            </a:r>
            <a:br/>
            <a:br/>
            <a:r>
              <a:t>### 1.2 Kerangka Hasil Pembelajaran (Outputs, Outcomes, &amp; Impacts)</a:t>
            </a:r>
            <a:br/>
            <a:r>
              <a:t>* **Outputs (Keluaran Berwujud Langsung)**:</a:t>
            </a:r>
            <a:br/>
            <a:r>
              <a:t>  * Menjelaskan perbedaan arsitektur memori antara Python `list` (larik penunjuk objek heterogen) dan NumPy `ndarray` (blok penyangga kontigu homogen).</a:t>
            </a:r>
            <a:br/>
            <a:r>
              <a:t>  * Menghitung langkah memori (*strides*) dan memproyeksikan alamat fisik elemen matriks berdasarkan tata letak *C-contiguous* dan *Fortran-contiguous*.</a:t>
            </a:r>
            <a:br/>
            <a:r>
              <a:t>  * Menerapkan tiga aturan formal kompatibilitas dimensi *broadcasting* pada operasi aritmatika larik multi-dimensi tanpa menduplikasi alokasi RAM fisik.</a:t>
            </a:r>
            <a:br/>
            <a:r>
              <a:t>  * Melakukan operasi pengirisan tingkat lanjut (*advanced slicing*), penyaringan boolean (*boolean masking*), dan pengindeksan cerdas (*fancy indexing*).</a:t>
            </a:r>
            <a:br/>
            <a:r>
              <a:t>  * Menyelesaikan sistem persamaan linier simultan ($A \mathbf{x} = \mathbf{b}$) untuk formulasi optimasi nutrisi pupuk menggunakan modul `numpy.linalg`.</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4.2</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NumPy untuk Komputasi Numerik: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4.2</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4.2</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4.2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NumPy untuk Komputasi Numerik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