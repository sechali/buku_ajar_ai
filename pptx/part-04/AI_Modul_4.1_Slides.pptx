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4.1: Pengantar Data Science</a:t>
            </a:r>
          </a:p>
          <a:p>
            <a:pPr>
              <a:spcBef>
                <a:spcPts val="1200"/>
              </a:spcBef>
              <a:defRPr sz="1600">
                <a:solidFill>
                  <a:srgbClr val="94A3B8"/>
                </a:solidFill>
              </a:defRPr>
            </a:pPr>
            <a:r>
              <a:t>Bagian 4: Pengolahan, Analisis, dan Visualisasi Data Ilmiah</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4.1</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definisi formal Data Science, interdisipliner diagram Venn Drew Conway, dan metodologi CRISP-DM di sektor perkebunan.</a:t>
            </a:r>
          </a:p>
          <a:p>
            <a:pPr>
              <a:spcAft>
                <a:spcPts val="400"/>
              </a:spcAft>
              <a:defRPr sz="1100">
                <a:solidFill>
                  <a:srgbClr val="334155"/>
                </a:solidFill>
              </a:defRPr>
            </a:pPr>
            <a:r>
              <a:t>•  Menganalisis (C4) tipologi analisis data (Deskriptif, Diagnostik, Prediktif, Preskriptif) pada kasus taksasi panen dan manajemen tanah sawit.</a:t>
            </a:r>
          </a:p>
          <a:p>
            <a:pPr>
              <a:spcAft>
                <a:spcPts val="400"/>
              </a:spcAft>
              <a:defRPr sz="1100">
                <a:solidFill>
                  <a:srgbClr val="334155"/>
                </a:solidFill>
              </a:defRPr>
            </a:pPr>
            <a:r>
              <a:t>•  Mengevaluasi (C4) tantangan Big Data 5V (Volume, Velocity, Variety, Veracity, Value) dalam konteks IoT telemetri kebun dan drone.</a:t>
            </a:r>
          </a:p>
          <a:p>
            <a:pPr>
              <a:spcAft>
                <a:spcPts val="400"/>
              </a:spcAft>
              <a:defRPr sz="1100">
                <a:solidFill>
                  <a:srgbClr val="334155"/>
                </a:solidFill>
              </a:defRPr>
            </a:pPr>
            <a:r>
              <a:t>•  Merumuskan (C3) hipotesis saintifik awal berbasis data sensor tanah untuk investigasi penurunan produktivitas kelapa sawit.</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4.1</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Pengantar Data Science.</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Varians Sampel  (s^2) = frac1n-1sum_i=1^n (x_i - barx)^2</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Pengantar Data Science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4.1</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PIPELINE DATA AGRIBISNIS</a:t>
            </a:r>
          </a:p>
        </p:txBody>
      </p:sp>
      <p:pic>
        <p:nvPicPr>
          <p:cNvPr id="12" name="Picture 11" descr="arsitektur_pipeline_data_agribisnis.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4.1</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definisi formal Data Science, interdisipliner diagram Venn Drew Conway, dan metodologi CRISP-DM di sektor perkebunan.</a:t>
            </a:r>
            <a:br/>
            <a:r>
              <a:t>2. **Menganalisis (C4)** tipologi analisis data (Deskriptif, Diagnostik, Prediktif, Preskriptif) pada kasus taksasi panen dan manajemen tanah sawit.</a:t>
            </a:r>
            <a:br/>
            <a:r>
              <a:t>3. **Mengevaluasi (C4)** tantangan Big Data 5V (Volume, Velocity, Variety, Veracity, Value) dalam konteks IoT telemetri kebun dan drone.</a:t>
            </a:r>
            <a:br/>
            <a:r>
              <a:t>4. **Merumuskan (C3)** hipotesis saintifik awal berbasis data sensor tanah untuk investigasi penurunan produktivitas kelapa sawit.</a:t>
            </a:r>
            <a:br/>
            <a:br/>
            <a:r>
              <a:t>### 1.2 Kerangka Hasil Pembelajaran (Outputs, Outcomes, &amp; Impacts)</a:t>
            </a:r>
            <a:br/>
            <a:r>
              <a:t>* **Outputs (Keluaran Berwujud Langsung)**:</a:t>
            </a:r>
            <a:br/>
            <a:r>
              <a:t>  * Menguraikan secara komprehensif diagram Venn *Data Science* yang mengintegrasikan komputasi, statistika, dan *domain expertise* perkebunan sawit/kehutanan.</a:t>
            </a:r>
            <a:br/>
            <a:r>
              <a:t>  * Memetakan keenam fase siklus hidup data standar industri *Cross-Industry Standard Process for Data Mining* (CRISP-DM) ke dalam skenario agribisnis riil.</a:t>
            </a:r>
            <a:br/>
            <a:r>
              <a:t>  * Mengidentifikasi batasan tugas, tanggung jawab, dan kompetensi teknis dari ekosistem profesi data (*Data Engineer*, *Data Analyst*, *Data Scientist*, dan *Machine Learning Engineer*).</a:t>
            </a:r>
            <a:br/>
            <a:r>
              <a:t>  * Menjelaskan komponen arsitektur pipeline data hulu-ke-hilir (*end-to-end data pipeline*) yang menghubungkan sensor telemetri cuaca, citra drone, sistem timbangan PKS, dan analitik AI.</a:t>
            </a:r>
            <a:br/>
            <a:r>
              <a:t>* **Outcomes (Hasil Capaian &amp; Perubahan Kompetensi)**:</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4.1</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Pengantar Data Science: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4.1</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4.1</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4.1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Pengantar Data Science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