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4.3: Pandas untuk Manipulasi Data</a:t>
            </a:r>
          </a:p>
          <a:p>
            <a:pPr>
              <a:spcBef>
                <a:spcPts val="1200"/>
              </a:spcBef>
              <a:defRPr sz="1600">
                <a:solidFill>
                  <a:srgbClr val="94A3B8"/>
                </a:solidFill>
              </a:defRPr>
            </a:pPr>
            <a:r>
              <a:t>Bagian 4: Pengolahan, Analisis, dan Visualisasi Data Ilmiah</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struktur data fundamental Pandas (Series 1D dan DataFrame 2D) serta mekanisme pengindeksan eksplisit (Index).</a:t>
            </a:r>
          </a:p>
          <a:p>
            <a:pPr>
              <a:spcAft>
                <a:spcPts val="400"/>
              </a:spcAft>
              <a:defRPr sz="1100">
                <a:solidFill>
                  <a:srgbClr val="334155"/>
                </a:solidFill>
              </a:defRPr>
            </a:pPr>
            <a:r>
              <a:t>•  Menerapkan (C3) teknik pengirisan dan penyaringan data tabular perkebunan menggunakan pengindeks berbasis label (`loc`) dan berbasis posisi (`iloc`).</a:t>
            </a:r>
          </a:p>
          <a:p>
            <a:pPr>
              <a:spcAft>
                <a:spcPts val="400"/>
              </a:spcAft>
              <a:defRPr sz="1100">
                <a:solidFill>
                  <a:srgbClr val="334155"/>
                </a:solidFill>
              </a:defRPr>
            </a:pPr>
            <a:r>
              <a:t>•  Menganalisis (C4) agregasi multi-dimensi menggunakan operasi `groupby()`, `pivot_table()`, dan fungsi penggabungan data (`merge`, `join`, `concat`).</a:t>
            </a:r>
          </a:p>
          <a:p>
            <a:pPr>
              <a:spcAft>
                <a:spcPts val="400"/>
              </a:spcAft>
              <a:defRPr sz="1100">
                <a:solidFill>
                  <a:srgbClr val="334155"/>
                </a:solidFill>
              </a:defRPr>
            </a:pPr>
            <a:r>
              <a:t>•  Mengelola (C3) data deret waktu (Time-Series) sensor cuaca perkebunan dengan pengindeksan tanggal (`DatetimeIndex`) dan resampling temporal.</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Pandas untuk Manipulasi Data.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barx_t^(w) = frac1wsum_i=0^w-1 x_t-i</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Pandas untuk Manipulasi Data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INTERNAL PANDAS DATAFRAME</a:t>
            </a:r>
          </a:p>
        </p:txBody>
      </p:sp>
      <p:pic>
        <p:nvPicPr>
          <p:cNvPr id="12" name="Picture 11" descr="arsitektur_internal_pandas_dataframe.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struktur data fundamental Pandas (Series 1D dan DataFrame 2D) serta mekanisme pengindeksan eksplisit (*Index*).</a:t>
            </a:r>
            <a:br/>
            <a:r>
              <a:t>2. **Menerapkan (C3)** teknik pengirisan dan penyaringan data tabular perkebunan menggunakan pengindeks berbasis label (`loc`) dan berbasis posisi (`iloc`).</a:t>
            </a:r>
            <a:br/>
            <a:r>
              <a:t>3. **Menganalisis (C4)** agregasi multi-dimensi menggunakan operasi `groupby()`, `pivot_table()`, dan fungsi penggabungan data (`merge`, `join`, `concat`).</a:t>
            </a:r>
            <a:br/>
            <a:r>
              <a:t>4. **Mengelola (C3)** data deret waktu (*Time-Series*) sensor cuaca perkebunan dengan pengindeksan tanggal (`DatetimeIndex`) dan *resampling* temporal.</a:t>
            </a:r>
            <a:br/>
            <a:br/>
            <a:r>
              <a:t>### 1.2 Kerangka Hasil Pembelajaran (Outputs, Outcomes, &amp; Impacts)</a:t>
            </a:r>
            <a:br/>
            <a:r>
              <a:t>* **Outputs (Keluaran Berwujud Langsung)**:</a:t>
            </a:r>
            <a:br/>
            <a:r>
              <a:t>  * Menjelaskan struktur internal `DataFrame`, relasi antara `Index`, `Series`, dan pengelola memori tingkat rendah (*BlockManager*).</a:t>
            </a:r>
            <a:br/>
            <a:r>
              <a:t>  * Membedakan secara tegas mekanisme seleksi berbasis label (`.loc`) dan seleksi berbasis posisi integer (`.iloc`), serta mendiagnosis akar penyebab munculnya `SettingWithCopyWarning`.</a:t>
            </a:r>
            <a:br/>
            <a:r>
              <a:t>  * Mengorkestrasi operasi agregasi multi-tingkat menggunakan paradigma *Split-Apply-Combine* via metode `.groupby()` dan `.agg()`.</a:t>
            </a:r>
            <a:br/>
            <a:r>
              <a:t>  * Menggabungkan sekumpulan tabel terdistribusi menggunakan operasi relasional (`merge`, `join`, `concat`) dan restrukturisasi bentuk data (`pivot_table`, `melt`).</a:t>
            </a:r>
            <a:br/>
            <a:r>
              <a:t>  * Memproses data deret waktu telemetri iklim kebun menggunakan *DatetimeIndex*, *resampling*, serta kalkulasi jendela geser (*rolling windows*).</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Pandas untuk Manipulasi Data: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4.3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Pandas untuk Manipulasi Data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