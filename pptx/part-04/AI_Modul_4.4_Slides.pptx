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4.4: Data Cleaning dan Preprocessing</a:t>
            </a:r>
          </a:p>
          <a:p>
            <a:pPr>
              <a:spcBef>
                <a:spcPts val="1200"/>
              </a:spcBef>
              <a:defRPr sz="1600">
                <a:solidFill>
                  <a:srgbClr val="94A3B8"/>
                </a:solidFill>
              </a:defRPr>
            </a:pPr>
            <a:r>
              <a:t>Bagian 4: Pengolahan, Analisis, dan Visualisasi Data Ilmiah</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4.4</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Mendiagnosis (C4) anomali data mentah: data hilang (Missing Data MCAR, MAR, MNAR), data duplikat, dan ketidakkonsistenan tipe data.</a:t>
            </a:r>
          </a:p>
          <a:p>
            <a:pPr>
              <a:spcAft>
                <a:spcPts val="400"/>
              </a:spcAft>
              <a:defRPr sz="1100">
                <a:solidFill>
                  <a:srgbClr val="334155"/>
                </a:solidFill>
              </a:defRPr>
            </a:pPr>
            <a:r>
              <a:t>•  Menerapkan (C3) strategi imputasi nilai hilang (rerata, median, interpolasi temporal, dan imputasi KNN) pada telemetri cuaca kebun.</a:t>
            </a:r>
          </a:p>
          <a:p>
            <a:pPr>
              <a:spcAft>
                <a:spcPts val="400"/>
              </a:spcAft>
              <a:defRPr sz="1100">
                <a:solidFill>
                  <a:srgbClr val="334155"/>
                </a:solidFill>
              </a:defRPr>
            </a:pPr>
            <a:r>
              <a:t>•  Menganalisis (C4) keberadaan nilai pencilan (Outliers) menggunakan metode parametrik (Z-Score) dan non-parametrik (Interquartile Range / IQR).</a:t>
            </a:r>
          </a:p>
          <a:p>
            <a:pPr>
              <a:spcAft>
                <a:spcPts val="400"/>
              </a:spcAft>
              <a:defRPr sz="1100">
                <a:solidFill>
                  <a:srgbClr val="334155"/>
                </a:solidFill>
              </a:defRPr>
            </a:pPr>
            <a:r>
              <a:t>•  Merancang (C3) pipeline prapemrosesan pembersihan data yang terisolasi untuk mencegah kebocoran informasi (data leakage) sebelum pelatihan model.</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4.4</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Data Cleaning dan Preprocessing.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P(M mid Y_obs, Y_mis) = P(M)</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Data Cleaning dan Preprocessing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4.4</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KLASIFIKASI ANOMALI DATA DAN STRATEGI PEMBERS</a:t>
            </a:r>
          </a:p>
        </p:txBody>
      </p:sp>
      <p:pic>
        <p:nvPicPr>
          <p:cNvPr id="12" name="Picture 11" descr="klasifikasi_anomali_data_dan_strategi_cleaning.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4.4</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**Mendiagnosis (C4)** anomali data mentah: data hilang (*Missing Data* MCAR, MAR, MNAR), data duplikat, dan ketidakkonsistenan tipe data.</a:t>
            </a:r>
            <a:br/>
            <a:r>
              <a:t>2. **Menerapkan (C3)** strategi imputasi nilai hilang (rerata, median, interpolasi temporal, dan imputasi KNN) pada telemetri cuaca kebun.</a:t>
            </a:r>
            <a:br/>
            <a:r>
              <a:t>3. **Menganalisis (C4)** keberadaan nilai pencilan (*Outliers*) menggunakan metode parametrik ($Z$-Score) dan non-parametrik (*Interquartile Range* / IQR).</a:t>
            </a:r>
            <a:br/>
            <a:r>
              <a:t>4. **Merancang (C3)** pipeline prapemrosesan pembersihan data yang terisolasi untuk mencegah kebocoran informasi (*data leakage*) sebelum pelatihan model.</a:t>
            </a:r>
            <a:br/>
            <a:br/>
            <a:r>
              <a:t>### 1.2 Kerangka Hasil Pembelajaran (Outputs, Outcomes, &amp; Impacts)</a:t>
            </a:r>
            <a:br/>
            <a:r>
              <a:t>* **Outputs (Keluaran Berwujud Langsung)**:</a:t>
            </a:r>
            <a:br/>
            <a:r>
              <a:t>  * Mendiagnosis tiga mekanisme formal data hilang (*Missing Completely at Random* - MCAR, *Missing at Random* - MAR, dan *Missing Not at Random* - MNAR) pada data perkebunan kelapa sawit.</a:t>
            </a:r>
            <a:br/>
            <a:r>
              <a:t>  * Memilih dan mengimplementasikan strategi imputasi yang tepat (median univariat, *K-Nearest Neighbors Imputer*, atau *Multivariate Imputation by Chained Equations* - MICE).</a:t>
            </a:r>
            <a:br/>
            <a:r>
              <a:t>  * Mendeteksi anomali pencilan univariat dan multivariat menggunakan metode parametrik ($Z$-score), non-parametrik (rentang interkuartil Tukey IQR), dan *Modified Z-Score* berbasis *Median Absolute Deviation* (MAD).</a:t>
            </a:r>
            <a:br/>
            <a:r>
              <a:t>  * Melakukan mitigasi pencilan melalui teknik *Winsorizing* (kliping batas kuartil) tanpa membuang baris data penting.</a:t>
            </a:r>
            <a:br/>
            <a:r>
              <a:t>  * Membangun alur pra-pemrosesan data yang modular dan kebal kebocoran data (*leak-free*) menggunakan `sklearn.pipeline.Pipeline` dan `sklearn.compose.ColumnTransformer`.</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4.4</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Data Cleaning dan Preprocessing: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4.4</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4.4</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4.4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Data Cleaning dan Preprocessing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