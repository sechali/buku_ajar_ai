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9.6: Backpropagation</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prinsip kerja algoritma Backpropagation berbasis aturan rantai kalkulus (Multivariate Calculus Chain Rule) dan menjelaskan aliran transmisi sinyal galat mundur melalui transpose matriks bobot.</a:t>
            </a:r>
          </a:p>
          <a:p>
            <a:pPr>
              <a:spcAft>
                <a:spcPts val="400"/>
              </a:spcAft>
              <a:defRPr sz="1100">
                <a:solidFill>
                  <a:srgbClr val="334155"/>
                </a:solidFill>
              </a:defRPr>
            </a:pPr>
            <a:r>
              <a:t>•  Menerapkan (C3) empat persamaan fundamental Backpropagation secara manual dan terprogram menggunakan operasi matriks NumPy untuk memperbarui bobot dan bias jaringan saraf multi-lapis.</a:t>
            </a:r>
          </a:p>
          <a:p>
            <a:pPr>
              <a:spcAft>
                <a:spcPts val="400"/>
              </a:spcAft>
              <a:defRPr sz="1100">
                <a:solidFill>
                  <a:srgbClr val="334155"/>
                </a:solidFill>
              </a:defRPr>
            </a:pPr>
            <a:r>
              <a:t>•  Menganalisis (C4) efisiensi komputasi analitik \mathcal{O}(|\mathcal{E}|) dibanding pertubasi numerik \mathcal{O}(P^2), mengevaluasi dinamika perambatan gradien melewati fungsi aktivasi ReLU/Sigmoid, serta membuktikan kebenaran implementasi melalui metode Gradient Checking.</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Backpropagation.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delta_j^(l) equiv fracpartial mathcalLpartial z_j^(l)</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Backpropagation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ALIRAN MUNDUR BACKPROPAGATION DAN </a:t>
            </a:r>
          </a:p>
        </p:txBody>
      </p:sp>
      <p:pic>
        <p:nvPicPr>
          <p:cNvPr id="12" name="Picture 11" descr="arsitektur_aliran_mundur_backpropagation_dan_vektor_delta.png"/>
          <p:cNvPicPr>
            <a:picLocks noChangeAspect="1"/>
          </p:cNvPicPr>
          <p:nvPr/>
        </p:nvPicPr>
        <p:blipFill>
          <a:blip r:embed="rId2"/>
          <a:stretch>
            <a:fillRect/>
          </a:stretch>
        </p:blipFill>
        <p:spPr>
          <a:xfrm>
            <a:off x="914399" y="2683007"/>
            <a:ext cx="5669280" cy="2406385"/>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Pipeline Standar Industri Python</a:t>
            </a:r>
            <a:br/>
            <a:r>
              <a:t>import numpy as np</a:t>
            </a:r>
            <a:br/>
            <a:br/>
            <a:r>
              <a:t>def execute_pipeline(data):</a:t>
            </a:r>
            <a:br/>
            <a:r>
              <a:t>    # Pemrosesan terstandardisasi</a:t>
            </a:r>
            <a:br/>
            <a:r>
              <a:t>    return np.asarray(data)</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Backpropagation: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9.6</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9.6</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9.6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Backpropagation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