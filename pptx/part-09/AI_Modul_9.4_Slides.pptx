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9.4: Activation Function</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urgensi matematika penambahan fungsi aktivasi non-linier dan membuktikan secara aljabar bahwa tumpukan lapisan linier murni akan runtuh menjadi satu transformasi matriks tunggal.</a:t>
            </a:r>
          </a:p>
          <a:p>
            <a:pPr>
              <a:spcAft>
                <a:spcPts val="400"/>
              </a:spcAft>
              <a:defRPr sz="1100">
                <a:solidFill>
                  <a:srgbClr val="334155"/>
                </a:solidFill>
              </a:defRPr>
            </a:pPr>
            <a:r>
              <a:t>•  Menerapkan (C3) fungsi aktivasi Sigmoid, Tanh, ReLU, Leaky ReLU, dan Softmax pada arsitektur Multi-Layer Perceptron (MLP) untuk memecahkan kasus klasifikasi multi-kelas mutu tandan buah segar (TBS) kelapa sawit.</a:t>
            </a:r>
          </a:p>
          <a:p>
            <a:pPr>
              <a:spcAft>
                <a:spcPts val="400"/>
              </a:spcAft>
              <a:defRPr sz="1100">
                <a:solidFill>
                  <a:srgbClr val="334155"/>
                </a:solidFill>
              </a:defRPr>
            </a:pPr>
            <a:r>
              <a:t>•  Menganalisis (C4) dinamika gradien turunan pertama masing-masing fungsi aktivasi, mengevaluasi fenomena vanishing gradient dan dying ReLU, serta mengartikulasikan implikasi Teorema Aproksimasi Universal Cybenko (1989) dalam pemodelan agro-industri.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Activation Function.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mathbfz^(l) = mathbfW^(l) mathbfa^(l-1) + mathbfb^(l)</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Activation Function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MLP FEEDFORWARD DAN TEOREMA APROKS</a:t>
            </a:r>
          </a:p>
        </p:txBody>
      </p:sp>
      <p:pic>
        <p:nvPicPr>
          <p:cNvPr id="12" name="Picture 11" descr="arsitektur_mlp_feedforward_dan_teorema_aproksimasi_universal.png"/>
          <p:cNvPicPr>
            <a:picLocks noChangeAspect="1"/>
          </p:cNvPicPr>
          <p:nvPr/>
        </p:nvPicPr>
        <p:blipFill>
          <a:blip r:embed="rId2"/>
          <a:stretch>
            <a:fillRect/>
          </a:stretch>
        </p:blipFill>
        <p:spPr>
          <a:xfrm>
            <a:off x="914399" y="2683007"/>
            <a:ext cx="5669280" cy="240638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Pipeline Standar Industri Python</a:t>
            </a:r>
            <a:br/>
            <a:r>
              <a:t>import numpy as np</a:t>
            </a:r>
            <a:br/>
            <a:br/>
            <a:r>
              <a:t>def execute_pipeline(data):</a:t>
            </a:r>
            <a:br/>
            <a:r>
              <a:t>    # Pemrosesan terstandardisasi</a:t>
            </a:r>
            <a:br/>
            <a:r>
              <a:t>    return np.asarray(data)</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Activation Function: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Activation Function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