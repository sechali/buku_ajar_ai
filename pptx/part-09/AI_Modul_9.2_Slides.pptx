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9.2: Artificial Neural Network (ANN)</a:t>
            </a:r>
          </a:p>
          <a:p>
            <a:pPr>
              <a:spcBef>
                <a:spcPts val="1200"/>
              </a:spcBef>
              <a:defRPr sz="1600">
                <a:solidFill>
                  <a:srgbClr val="94A3B8"/>
                </a:solidFill>
              </a:defRPr>
            </a:pPr>
            <a:r>
              <a:t>Bagian 9: Fondasi Deep Learning dan Arsitektur Jaringan Saraf Tiruan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arsitektur komputasi Multi-Layer Perceptron (MLP) yang terdiri dari lapisan masukan (input layer), lapisan tersembunyi (hidden layers), dan lapisan keluaran (output layer).</a:t>
            </a:r>
          </a:p>
          <a:p>
            <a:pPr>
              <a:spcAft>
                <a:spcPts val="400"/>
              </a:spcAft>
              <a:defRPr sz="1100">
                <a:solidFill>
                  <a:srgbClr val="334155"/>
                </a:solidFill>
              </a:defRPr>
            </a:pPr>
            <a:r>
              <a:t>•  Menerapkan (C3) representasi aljabar linier dalam formulasi propagasi maju (vectorized forward propagation) menggunakan matriks bobot, vektor bias, dan fungsi aktivasi non-linier dengan pustaka NumPy.</a:t>
            </a:r>
          </a:p>
          <a:p>
            <a:pPr>
              <a:spcAft>
                <a:spcPts val="400"/>
              </a:spcAft>
              <a:defRPr sz="1100">
                <a:solidFill>
                  <a:srgbClr val="334155"/>
                </a:solidFill>
              </a:defRPr>
            </a:pPr>
            <a:r>
              <a:t>•  Menganalisis (C4) transformasi ruang fitur berdimensi tinggi menuju ruang representasi laten (latent feature space) dalam mengatasi permasalahan pemisahan non-linier pada evaluasi kesesuaian lahan perkebunan.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Artificial Neural Network (ANN).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z^[l] = W^[l] a^[l-1] + b^[l]</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Artificial Neural Network (ANN)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ARTIFICIAL NEURAL NETWORK MULTI-LA</a:t>
            </a:r>
          </a:p>
        </p:txBody>
      </p:sp>
      <p:pic>
        <p:nvPicPr>
          <p:cNvPr id="12" name="Picture 11" descr="arsitektur_artificial_neural_network_multi_layer_perceptron.png"/>
          <p:cNvPicPr>
            <a:picLocks noChangeAspect="1"/>
          </p:cNvPicPr>
          <p:nvPr/>
        </p:nvPicPr>
        <p:blipFill>
          <a:blip r:embed="rId2"/>
          <a:stretch>
            <a:fillRect/>
          </a:stretch>
        </p:blipFill>
        <p:spPr>
          <a:xfrm>
            <a:off x="914399" y="2232660"/>
            <a:ext cx="5669280" cy="330708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arsitektur komputasi Multi-Layer Perceptron (MLP) yang terdiri dari lapisan masukan (*input layer*), lapisan tersembunyi (*hidden layers*), dan lapisan keluaran (*output layer*).</a:t>
            </a:r>
            <a:br/>
            <a:r>
              <a:t>2. **Menerapkan (C3)** representasi aljabar linier dalam formulasi propagasi maju (*vectorized forward propagation*) menggunakan matriks bobot, vektor bias, dan fungsi aktivasi non-linier dengan pustaka NumPy.</a:t>
            </a:r>
            <a:br/>
            <a:r>
              <a:t>3. **Menganalisis (C4)** transformasi ruang fitur berdimensi tinggi menuju ruang representasi laten (*latent feature space*) dalam mengatasi permasalahan pemisahan non-linier pada evaluasi kesesuaian lahan perkebunan.</a:t>
            </a:r>
            <a:br/>
            <a:br/>
            <a:r>
              <a:t>### 1.2 Kerangka Hasil Pembelajaran (Outputs, Outcomes, &amp; Impacts)</a:t>
            </a:r>
            <a:br/>
            <a:r>
              <a:t>* **Outputs (Keluaran Langsung)**:</a:t>
            </a:r>
            <a:br/>
            <a:r>
              <a:t>  * Penguasaan notasi matematis baku untuk tensor bobot antar-lapisan $W^{[l]}$, vektor bias $b^{[l]}$, dan vektor aktivasi $a^{[l]}$.</a:t>
            </a:r>
            <a:br/>
            <a:r>
              <a:t>  * Skrip modul Python terstruktur untuk eksekusi propagasi maju tervektorisasi pada sekumpulan data batch.</a:t>
            </a:r>
            <a:br/>
            <a:r>
              <a:t>  * Visualisasi garis batas keputusan (*decision boundary*) non-linier pada ruang fitur tanah perkebunan.</a:t>
            </a:r>
            <a:br/>
            <a:r>
              <a:t>* **Outcomes (Kompetensi Aplikatif)**:</a:t>
            </a:r>
            <a:br/>
            <a:r>
              <a:t>  * Kemampuan menentukan dimensi dan konfigurasi lapisan neural network berdasarkan struktur data tabel sensorik agrokompleks.</a:t>
            </a:r>
            <a:br/>
            <a:r>
              <a:t>  * Keahlian dalam memetakan interaksi non-linier antar-parameter fisikokimia tanah terhadap produktivitas tanaman.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Artificial Neural Network (ANN):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9.2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Artificial Neural Network (ANN)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