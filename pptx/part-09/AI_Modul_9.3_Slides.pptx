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9.3: Struktur Neuron</a:t>
            </a:r>
          </a:p>
          <a:p>
            <a:pPr>
              <a:spcBef>
                <a:spcPts val="1200"/>
              </a:spcBef>
              <a:defRPr sz="1600">
                <a:solidFill>
                  <a:srgbClr val="94A3B8"/>
                </a:solidFill>
              </a:defRPr>
            </a:pPr>
            <a:r>
              <a:t>Bagian 9: Fondasi Deep Learning dan Arsitektur Jaringan Saraf Tiruan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9.3</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analogi struktural dan fungsional antara neuron biologis (dendrit, soma, akson, sinapsis) dengan neuron komputasional (vektor masukan, bobot sinaptik, fungsi akumulator, bias, dan fungsi aktivasi).</a:t>
            </a:r>
          </a:p>
          <a:p>
            <a:pPr>
              <a:spcAft>
                <a:spcPts val="400"/>
              </a:spcAft>
              <a:defRPr sz="1100">
                <a:solidFill>
                  <a:srgbClr val="334155"/>
                </a:solidFill>
              </a:defRPr>
            </a:pPr>
            <a:r>
              <a:t>•  Menerapkan (C3) aturan pembelajaran Perceptron (Perceptron Learning Rule) yang diperkenalkan oleh Frank Rosenblatt untuk mengklasifikasikan data biner dua dimensi secara iteratif menggunakan pustaka NumPy.</a:t>
            </a:r>
          </a:p>
          <a:p>
            <a:pPr>
              <a:spcAft>
                <a:spcPts val="400"/>
              </a:spcAft>
              <a:defRPr sz="1100">
                <a:solidFill>
                  <a:srgbClr val="334155"/>
                </a:solidFill>
              </a:defRPr>
            </a:pPr>
            <a:r>
              <a:t>•  Menganalisis (C4) keterbatasan matematis pemisahan linier (linear separability) pada neuron tunggal serta membuktikan secara analitis kegagalan Perceptron dalam menyelesaikan persoalan gerbang logika non-linier XOR (Minsky &amp; Papert, 1969).</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9.3</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Struktur Neuron.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z = sum_i=1^n w_i x_i + b = w^	op x + b</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Struktur Neuron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9.3</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ANATOMI NEURON BIOLOGIS VS NEURON BUATAN PERC</a:t>
            </a:r>
          </a:p>
        </p:txBody>
      </p:sp>
      <p:pic>
        <p:nvPicPr>
          <p:cNvPr id="12" name="Picture 11" descr="anatomi_neuron_biologis_vs_neuron_buatan_perceptron.png"/>
          <p:cNvPicPr>
            <a:picLocks noChangeAspect="1"/>
          </p:cNvPicPr>
          <p:nvPr/>
        </p:nvPicPr>
        <p:blipFill>
          <a:blip r:embed="rId2"/>
          <a:stretch>
            <a:fillRect/>
          </a:stretch>
        </p:blipFill>
        <p:spPr>
          <a:xfrm>
            <a:off x="914399" y="2669586"/>
            <a:ext cx="5669280" cy="2433226"/>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9.3</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analogi struktural dan fungsional antara neuron biologis (dendrit, soma, akson, sinapsis) dengan neuron komputasional (vektor masukan, bobot sinaptik, fungsi akumulator, bias, dan fungsi aktivasi).</a:t>
            </a:r>
            <a:br/>
            <a:r>
              <a:t>2. **Menerapkan (C3)** aturan pembelajaran Perceptron (*Perceptron Learning Rule*) yang diperkenalkan oleh Frank Rosenblatt untuk mengklasifikasikan data biner dua dimensi secara iteratif menggunakan pustaka NumPy.</a:t>
            </a:r>
            <a:br/>
            <a:r>
              <a:t>3. **Menganalisis (C4)** keterbatasan matematis pemisahan linier (*linear separability*) pada neuron tunggal serta membuktikan secara analitis kegagalan Perceptron dalam menyelesaikan persoalan gerbang logika non-linier XOR (Minsky &amp; Papert, 1969).</a:t>
            </a:r>
            <a:br/>
            <a:br/>
            <a:r>
              <a:t>### 1.2 Kerangka Hasil Pembelajaran (Outputs, Outcomes, &amp; Impacts)</a:t>
            </a:r>
            <a:br/>
            <a:r>
              <a:t>* **Outputs (Keluaran Langsung)**:</a:t>
            </a:r>
            <a:br/>
            <a:r>
              <a:t>  * Pemahaman analitik komparasi model McCulloch-Pitts (1943) dan model Perceptron Rosenblatt (1958).</a:t>
            </a:r>
            <a:br/>
            <a:r>
              <a:t>  * Skrip Python modular implementasi Single Perceptron dari dasar (*from scratch*) tanpa pustaka machine learning pihak ketiga.</a:t>
            </a:r>
            <a:br/>
            <a:r>
              <a:t>  * Plot visual dinamis pergeseran garis pemisah (*separating hyperplane*) per iterasi *epoch*.</a:t>
            </a:r>
            <a:br/>
            <a:r>
              <a:t>* **Outcomes (Kompetensi Aplikatif)**:</a:t>
            </a:r>
            <a:br/>
            <a:r>
              <a:t>  * Kemampuan mengidentifikasi apakah suatu permasalahan pemilahan agro-industri bersifat *linearly separable* atau membutuhkan jaringan multi-neuron.</a:t>
            </a:r>
            <a:br/>
            <a:r>
              <a:t>  * Keahlian merumuskan aturan pembaruan bobot berbasis sinyal galat diskrit.</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9.3</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Struktur Neuron: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9.3</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9.3</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9.3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Struktur Neuron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