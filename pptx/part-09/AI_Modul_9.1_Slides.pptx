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9.1: Konsep Deep Learning</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evolusi paradigma komputasi dari rekayasa fitur manual (handcrafted feature engineering) pada machine learning klasik menuju pembelajaran representasi hierarkis (hierarchical representation learning) pada deep learning.</a:t>
            </a:r>
          </a:p>
          <a:p>
            <a:pPr>
              <a:spcAft>
                <a:spcPts val="400"/>
              </a:spcAft>
              <a:defRPr sz="1100">
                <a:solidFill>
                  <a:srgbClr val="334155"/>
                </a:solidFill>
              </a:defRPr>
            </a:pPr>
            <a:r>
              <a:t>•  Menerapkan (C3) konsep dasar representasi bertingkat dari data sensor mentah (raw sensor data) melalui jaringan saraf bertingkat menggunakan pustaka NumPy untuk mengekstraksi pola non-linier bertingkat.</a:t>
            </a:r>
          </a:p>
          <a:p>
            <a:pPr>
              <a:spcAft>
                <a:spcPts val="400"/>
              </a:spcAft>
              <a:defRPr sz="1100">
                <a:solidFill>
                  <a:srgbClr val="334155"/>
                </a:solidFill>
              </a:defRPr>
            </a:pPr>
            <a:r>
              <a:t>•  Menganalisis (C4) landasan teoritis Teorema Aproksimasi Universal (Universal Approximation Theorem) serta mengevaluasi trade-off antara kedalaman arsitektur (depth), lebar arsitektur (width), kebutuhan volume data latih, dan kapasitas akselerasi perangkat keras GPU.</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Konsep Deep Learning.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 f^(L)(f^(L-1)(dots f^(2)(f^(1)(x))dots))</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Konsep Deep Learning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KONSEP HIERARKI REPRESENTASI DEEP LEARNING AG</a:t>
            </a:r>
          </a:p>
        </p:txBody>
      </p:sp>
      <p:pic>
        <p:nvPicPr>
          <p:cNvPr id="12" name="Picture 11" descr="konsep_hierarki_representasi_deep_learning_agrokompleks.png"/>
          <p:cNvPicPr>
            <a:picLocks noChangeAspect="1"/>
          </p:cNvPicPr>
          <p:nvPr/>
        </p:nvPicPr>
        <p:blipFill>
          <a:blip r:embed="rId2"/>
          <a:stretch>
            <a:fillRect/>
          </a:stretch>
        </p:blipFill>
        <p:spPr>
          <a:xfrm>
            <a:off x="914399" y="2671354"/>
            <a:ext cx="5669280" cy="2429691"/>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evolusi paradigma komputasi dari rekayasa fitur manual (*handcrafted feature engineering*) pada machine learning klasik menuju pembelajaran representasi hierarkis (*hierarchical representation learning*) pada deep learning.</a:t>
            </a:r>
            <a:br/>
            <a:r>
              <a:t>2. **Menerapkan (C3)** konsep dasar representasi bertingkat dari data sensor mentah (*raw sensor data*) melalui jaringan saraf bertingkat menggunakan pustaka NumPy untuk mengekstraksi pola non-linier bertingkat.</a:t>
            </a:r>
            <a:br/>
            <a:r>
              <a:t>3. **Menganalisis (C4)** landasan teoritis Teorema Aproksimasi Universal (*Universal Approximation Theorem*) serta mengevaluasi trade-off antara kedalaman arsitektur (*depth*), lebar arsitektur (*width*), kebutuhan volume data latih, dan kapasitas akselerasi perangkat keras GPU.</a:t>
            </a:r>
            <a:br/>
            <a:br/>
            <a:r>
              <a:t>### 1.2 Kerangka Hasil Pembelajaran (Outputs, Outcomes, &amp; Impacts)</a:t>
            </a:r>
            <a:br/>
            <a:r>
              <a:t>* **Outputs (Keluaran Langsung)**:</a:t>
            </a:r>
            <a:br/>
            <a:r>
              <a:t>  * Penguasaan komprehensif mengenai perbedaan fundamental antara model dangkal (*shallow models*) dan model dalam (*deep models*).</a:t>
            </a:r>
            <a:br/>
            <a:r>
              <a:t>  * Skrip Python modular berstandar PEP 8 untuk mensimulasikan ekstraksi fitur bertingkat dan aproksimasi fungsi non-linier kompleks pada parameter agro-industri.</a:t>
            </a:r>
            <a:br/>
            <a:r>
              <a:t>  * Analisis visual perbandingan kapasitas representasi fitur antara model linier sederhana dan jaringan saraf bertingkat.</a:t>
            </a:r>
            <a:br/>
            <a:r>
              <a:t>* **Outcomes (Kompetensi Aplikatif)**:</a:t>
            </a:r>
            <a:br/>
            <a:r>
              <a:t>  * Keahlian merancang arsitektur pemodelan data yang tepat berdasarkan kompleksitas data masukan di lingkungan perkebunan (citra drone, data cuaca temporal, profil spektrometri tanah).</a:t>
            </a:r>
            <a:br/>
            <a:r>
              <a:t>  * Kemampuan mengidentifikasi kapan deep learning diperlukan dan kapan machine learning konvensional lebih mangkus digunakan.</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Konsep Deep Learning: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Konsep Deep Learning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