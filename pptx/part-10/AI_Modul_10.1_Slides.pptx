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10.1: Konsep dan Fundamental Computer Vision</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dasar pembentukan citra visual, analogi struktural antara sistem penglihatan biologis manusia (kornea, lensa, retina, sel fotoreseptor batang dan kerucut) dengan sistem penginderaan kamera digital (lensa optik, sensor CCD/CMOS, Bayer color filter array, dan konverter analog-ke-digital).</a:t>
            </a:r>
          </a:p>
          <a:p>
            <a:pPr>
              <a:spcAft>
                <a:spcPts val="400"/>
              </a:spcAft>
              <a:defRPr sz="1100">
                <a:solidFill>
                  <a:srgbClr val="334155"/>
                </a:solidFill>
              </a:defRPr>
            </a:pPr>
            <a:r>
              <a:t>•  Menerapkan (C3) formulasi matematika model kamera lubang jarum (pinhole camera model), matriks transformasi intrinsik (\mathbf{K}) dan ekstrinsik ([\mathbf{R} \mid \mathbf{t}]), serta dekomposisi fungsi intensitas iluminasi-reflektansi (I = L \cdot R) menggunakan pustaka NumPy dan OpenCV pada citra kanopi perkebunan kelapa sawit.</a:t>
            </a:r>
          </a:p>
          <a:p>
            <a:pPr>
              <a:spcAft>
                <a:spcPts val="400"/>
              </a:spcAft>
              <a:defRPr sz="1100">
                <a:solidFill>
                  <a:srgbClr val="334155"/>
                </a:solidFill>
              </a:defRPr>
            </a:pPr>
            <a:r>
              <a:t>•  Menganalisis (C4) tantangan komputasi visi (vision challenges) pada lingkungan terbuka (unconstrained agricultural environment)—mencakup variasi iluminasi matahari dinamis, distorsi lensa sudut lebar drone (barrel distortion), oklusi dedaunan, dan hilangnya informasi kedalaman 3D akibat proyeksi perspektif 2D.</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Konsep dan Fundamental Computer Vision.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I(x, y) = L(x, y) cdot R(x, y)</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Konsep dan Fundamental Computer Vision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PEMBENTUKAN CITRA DAN PIPELINE VIS</a:t>
            </a:r>
          </a:p>
        </p:txBody>
      </p:sp>
      <p:pic>
        <p:nvPicPr>
          <p:cNvPr id="12" name="Picture 11" descr="arsitektur_pembentukan_citra_dan_pipeline_vision_agrokompleks.png"/>
          <p:cNvPicPr>
            <a:picLocks noChangeAspect="1"/>
          </p:cNvPicPr>
          <p:nvPr/>
        </p:nvPicPr>
        <p:blipFill>
          <a:blip r:embed="rId2"/>
          <a:stretch>
            <a:fillRect/>
          </a:stretch>
        </p:blipFill>
        <p:spPr>
          <a:xfrm>
            <a:off x="914399" y="2671354"/>
            <a:ext cx="5669280" cy="242969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dasar pembentukan citra visual, analogi struktural antara sistem penglihatan biologis manusia (kornea, lensa, retina, sel fotoreseptor batang dan kerucut) dengan sistem penginderaan kamera digital (lensa optik, sensor CCD/CMOS, *Bayer color filter array*, dan konverter analog-ke-digital).</a:t>
            </a:r>
            <a:br/>
            <a:r>
              <a:t>2. **Menerapkan (C3)** formulasi matematika model kamera lubang jarum (*pinhole camera model*), matriks transformasi intrinsik ($\mathbf{K}$) dan ekstrinsik ($[\mathbf{R} \mid \mathbf{t}]$), serta dekomposisi fungsi intensitas iluminasi-reflektansi ($I = L \cdot R$) menggunakan pustaka NumPy dan OpenCV pada citra kanopi perkebunan kelapa sawit.</a:t>
            </a:r>
            <a:br/>
            <a:r>
              <a:t>3. **Menganalisis (C4)** tantangan komputasi visi (*vision challenges*) pada lingkungan terbuka (*unconstrained agricultural environment*)—mencakup variasi iluminasi matahari dinamis, distorsi lensa sudut lebar drone (*barrel distortion*), oklusi dedaunan, dan hilangnya informasi kedalaman 3D akibat proyeksi perspektif 2D.</a:t>
            </a:r>
            <a:br/>
            <a:br/>
            <a:r>
              <a:t>### 1.2 Kerangka Hasil Pembelajaran (Outputs, Outcomes, &amp; Impacts)</a:t>
            </a:r>
            <a:br/>
            <a:r>
              <a:t>* **Outputs (Keluaran Langsung)**:</a:t>
            </a:r>
            <a:br/>
            <a:r>
              <a:t>  * Pemahaman mendalam mengenai fisika optik pembentukan citra dan persamaan proyeksi geometri perspektif.</a:t>
            </a:r>
            <a:br/>
            <a:r>
              <a:t>  * Skrip Python modular berstandar PEP 8 untuk simulasi proyeksi titik koordinat spasial 3D ke bidang piksel 2D dan kompensasi distorsi radial lensa.</a:t>
            </a:r>
            <a:br/>
            <a:r>
              <a:t>  * Laporan analisis kuantitatif mengenai pergeseran nilai piksel akibat perubahan sudut datang sinar matahari (*solar zenith angle*) pada kanopi kelapa sawit.</a:t>
            </a:r>
            <a:br/>
            <a:r>
              <a:t>* **Outcomes (Kompetensi Aplikatif)**:</a:t>
            </a:r>
            <a:br/>
            <a:r>
              <a:t>  * Kemampuan mengonfigurasi parameter optik kamera dan merancang rig akuisisi citra yang andal untuk stasiun sortasi pabrik maupun armada drone pemantau kebun.</a:t>
            </a:r>
            <a:br/>
            <a:r>
              <a:t>  * Keahlian dalam memisahkan komponen iluminasi lingkungan dari komponen reflektansi fisik tanaman guna mencegah galat klasifikasi spektral.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Konsep dan Fundamental Computer Vision: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Konsep dan Fundamental Computer Vision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