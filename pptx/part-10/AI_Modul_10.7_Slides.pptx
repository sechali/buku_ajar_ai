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10.7: Ekstraksi Fitur dan Morfologi Citra</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matematika teori himpunan morfologi (erosi, dilasi, pembukaan, penutupan, gradien morfologis), sifat idempoten operasi gabungan, penelusuran batas topologis algoritma Suzuki-Abe, serta teori momen spasial dan momen terpusat invarian.</a:t>
            </a:r>
          </a:p>
          <a:p>
            <a:pPr>
              <a:spcAft>
                <a:spcPts val="400"/>
              </a:spcAft>
              <a:defRPr sz="1100">
                <a:solidFill>
                  <a:srgbClr val="334155"/>
                </a:solidFill>
              </a:defRPr>
            </a:pPr>
            <a:r>
              <a:t>•  Menerapkan (C3) fungsi morfologi OpenCV (`cv2.morphologyEx`) dengan elemen penstruktur eliptikal (`cv2.MORPH_ELLIPSE`), fungsi pelacakan kontur (`cv2.findContours`), serta kalkulasi deskriptor bentuk geometris (luas area tajuk, keliling perimeter, kotak pembatas berorientasi, dan lingkaran minimum) pada citra ortofoto perkebunan kelapa sawit.</a:t>
            </a:r>
          </a:p>
          <a:p>
            <a:pPr>
              <a:spcAft>
                <a:spcPts val="400"/>
              </a:spcAft>
              <a:defRPr sz="1100">
                <a:solidFill>
                  <a:srgbClr val="334155"/>
                </a:solidFill>
              </a:defRPr>
            </a:pPr>
            <a:r>
              <a:t>•  Menganalisis (C4) perubahan topologi masker biner akibat variasi ukuran dan bentuk elemen penstruktur, mengevaluasi pengaruh kalibrasi skala spasial GSD terhadap akurasi estimasi luas tutupan tajuk (Crown Projection Area / CPA), serta membuktikan kepekaan rasio kebulatan (Circularity) dalam mendeteksi asimetri tajuk pohon sawit akibat serangan hama pemakan pelepah.</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Ekstraksi Fitur dan Morfologi Citra.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A ominus B =  z in mathbbZ^2 mid (B)_z subseteq A </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Ekstraksi Fitur dan Morfologi Citra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METODOLOGI EKSTRAKSI FITUR DAN OPERASI MORFOL</a:t>
            </a:r>
          </a:p>
        </p:txBody>
      </p:sp>
      <p:pic>
        <p:nvPicPr>
          <p:cNvPr id="12" name="Picture 11" descr="ekstraksi_fitur_dan_morfologi_citra_agrokompleks.png"/>
          <p:cNvPicPr>
            <a:picLocks noChangeAspect="1"/>
          </p:cNvPicPr>
          <p:nvPr/>
        </p:nvPicPr>
        <p:blipFill>
          <a:blip r:embed="rId2"/>
          <a:stretch>
            <a:fillRect/>
          </a:stretch>
        </p:blipFill>
        <p:spPr>
          <a:xfrm>
            <a:off x="914399" y="2291714"/>
            <a:ext cx="5669280" cy="318897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matematika teori himpunan morfologi (erosi, dilasi, pembukaan, penutupan, gradien morfologis), sifat idempoten operasi gabungan, penelusuran batas topologis algoritma Suzuki-Abe, serta teori momen spasial dan momen terpusat invarian.</a:t>
            </a:r>
            <a:br/>
            <a:r>
              <a:t>2. **Menerapkan (C3)** fungsi morfologi OpenCV (`cv2.morphologyEx`) dengan elemen penstruktur eliptikal (`cv2.MORPH_ELLIPSE`), fungsi pelacakan kontur (`cv2.findContours`), serta kalkulasi deskriptor bentuk geometris (luas area tajuk, keliling perimeter, kotak pembatas berorientasi, dan lingkaran minimum) pada citra ortofoto perkebunan kelapa sawit.</a:t>
            </a:r>
            <a:br/>
            <a:r>
              <a:t>3. **Menganalisis (C4)** perubahan topologi masker biner akibat variasi ukuran dan bentuk elemen penstruktur, mengevaluasi pengaruh kalibrasi skala spasial GSD terhadap akurasi estimasi luas tutupan tajuk (*Crown Projection Area / CPA*), serta membuktikan kepekaan rasio kebulatan (*Circularity*) dalam mendeteksi asimetri tajuk pohon sawit akibat serangan hama pemakan pelepah.</a:t>
            </a:r>
            <a:br/>
            <a:br/>
            <a:r>
              <a:t>### 1.2 Kerangka Hasil Pembelajaran (Outputs, Outcomes, &amp; Impacts)</a:t>
            </a:r>
            <a:br/>
            <a:r>
              <a:t>* **Outputs (Keluaran Langsung)**:</a:t>
            </a:r>
            <a:br/>
            <a:r>
              <a:t>  * Penguasaan formulasi analitis erosi, dilasi, momen orde nol/pertama, dan rasio bentuk morfometri.</a:t>
            </a:r>
            <a:br/>
            <a:r>
              <a:t>  * Skrip Python modular berstandar industri untuk pembersihan masker biner kanopi dan sensus tegakan pohon sawit otomatis.</a:t>
            </a:r>
            <a:br/>
            <a:r>
              <a:t>  * Laporan rekapitulasi data inventarisasi pohon mencakup koordinat centroid $(c_x, c_y)$, luas CPA ($\text{m}^2$), dan diagnosis simetri tajuk.</a:t>
            </a:r>
            <a:br/>
            <a:r>
              <a:t>* **Outcomes (Kompetensi Aplikatif)**:</a:t>
            </a:r>
            <a:br/>
            <a:r>
              <a:t>  * Keahlian dalam memurnikan masker segmentasi kasar yang tercemar oleh lubang bayangan dan bintik gulma.</a:t>
            </a:r>
            <a:br/>
            <a:r>
              <a:t>  * Kemampuan mengotomasi sensus pokok pohon sawit dari citra drone tanpa perlu pencacahan manual di lapangan.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Ekstraksi Fitur dan Morfologi Citra: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Ekstraksi Fitur dan Morfologi Citra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