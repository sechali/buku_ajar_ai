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10.2: Representasi Citra Digital dan Matriks Piksel</a:t>
            </a:r>
          </a:p>
          <a:p>
            <a:pPr>
              <a:spcBef>
                <a:spcPts val="1200"/>
              </a:spcBef>
              <a:defRPr sz="1600">
                <a:solidFill>
                  <a:srgbClr val="94A3B8"/>
                </a:solidFill>
              </a:defRPr>
            </a:pPr>
            <a:r>
              <a:t>Bagian 10: Pelatihan, Optimasi, dan Regularisasi Deep Learning</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diskritisasi spasial (sampling) dan diskritisasi intensitas (quantization), konsep kedalaman bit (bit depth, 1\text{-bit}, 8\text{-bit}, 16\text{-bit}, 32\text{-bit float}), struktur memori array kontigu (row-major layout), serta perbedaan representasi monokromatik (Grayscale) vs polikromatik (RGB, BGR, dan Multispektral).</a:t>
            </a:r>
          </a:p>
          <a:p>
            <a:pPr>
              <a:spcAft>
                <a:spcPts val="400"/>
              </a:spcAft>
              <a:defRPr sz="1100">
                <a:solidFill>
                  <a:srgbClr val="334155"/>
                </a:solidFill>
              </a:defRPr>
            </a:pPr>
            <a:r>
              <a:t>•  Menerapkan (C3) operasi manipulasi matriks piksel murni berbasis pustaka NumPy dan OpenCV—mencakup pengindeksan koordinat (y, x), pemotongan wilayah minat (Region of Interest / ROI slicing), aritmatika citra bersaturasi vs modulo, serta penyesuaian kontras-kecerahan linier dan non-linier (Gamma Correction)—pada citra kanopi dan buah kelapa sawit.</a:t>
            </a:r>
          </a:p>
          <a:p>
            <a:pPr>
              <a:spcAft>
                <a:spcPts val="400"/>
              </a:spcAft>
              <a:defRPr sz="1100">
                <a:solidFill>
                  <a:srgbClr val="334155"/>
                </a:solidFill>
              </a:defRPr>
            </a:pPr>
            <a:r>
              <a:t>•  Menganalisis (C4) patologi kuantisasi (false contouring), distorsi pereduksian resolusi (spatial aliasing), bahaya aritmatika integer overflow/underflow pada tipe data `uint8`, serta mengestimasi kebutuhan kapasitas memori RAM/VRAM untuk pemrosesan citra drone resolusi tinggi di lapangan perkebunan.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Representasi Citra Digital dan Matriks Piksel.</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f_s ge 2 f_max</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Representasi Citra Digital dan Matriks Piksel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REPRESENTASI CITRA DIGITAL DAN MATRIKS PIKSEL</a:t>
            </a:r>
          </a:p>
        </p:txBody>
      </p:sp>
      <p:pic>
        <p:nvPicPr>
          <p:cNvPr id="12" name="Picture 11" descr="representasi_citra_digital_matriks_piksel_agrokompleks.png"/>
          <p:cNvPicPr>
            <a:picLocks noChangeAspect="1"/>
          </p:cNvPicPr>
          <p:nvPr/>
        </p:nvPicPr>
        <p:blipFill>
          <a:blip r:embed="rId2"/>
          <a:stretch>
            <a:fillRect/>
          </a:stretch>
        </p:blipFill>
        <p:spPr>
          <a:xfrm>
            <a:off x="914399" y="2671354"/>
            <a:ext cx="5669280" cy="2429691"/>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diskritisasi spasial (*sampling*) dan diskritisasi intensitas (*quantization*), konsep kedalaman bit (*bit depth*, $1\text{-bit}$, $8\text{-bit}$, $16\text{-bit}$, $32\text{-bit float}$), struktur memori array kontigu (*row-major layout*), serta perbedaan representasi monokromatik (Grayscale) vs polikromatik (RGB, BGR, dan Multispektral).</a:t>
            </a:r>
            <a:br/>
            <a:r>
              <a:t>2. **Menerapkan (C3)** operasi manipulasi matriks piksel murni berbasis pustaka NumPy dan OpenCV—mencakup pengindeksan koordinat $(y, x)$, pemotongan wilayah minat (*Region of Interest / ROI slicing*), aritmatika citra bersaturasi vs modulo, serta penyesuaian kontras-kecerahan linier dan non-linier (*Gamma Correction*)—pada citra kanopi dan buah kelapa sawit.</a:t>
            </a:r>
            <a:br/>
            <a:r>
              <a:t>3. **Menganalisis (C4)** patologi kuantisasi (*false contouring*), distorsi pereduksian resolusi (*spatial aliasing*), bahaya aritmatika *integer overflow/underflow* pada tipe data `uint8`, serta mengestimasi kebutuhan kapasitas memori RAM/VRAM untuk pemrosesan citra drone resolusi tinggi di lapangan perkebunan.</a:t>
            </a:r>
            <a:br/>
            <a:br/>
            <a:r>
              <a:t>### 1.2 Kerangka Hasil Pembelajaran (Outputs, Outcomes, &amp; Impacts)</a:t>
            </a:r>
            <a:br/>
            <a:r>
              <a:t>* **Outputs (Keluaran Langsung)**:</a:t>
            </a:r>
            <a:br/>
            <a:r>
              <a:t>  * Pemahaman mendalam mengenai struktur data array piksel multidimensi dalam arsitektur komputer modern.</a:t>
            </a:r>
            <a:br/>
            <a:r>
              <a:t>  * Skrip Python berstandar PEP 8 untuk manipulasi piksel, pemotongan ROI brondolan kelapa sawit, dan algoritma koreksi gamma adaptif.</a:t>
            </a:r>
            <a:br/>
            <a:r>
              <a:t>  * Laporan komparasi kuantitatif konsumsi memori dan histogram intensitas citra pada variasi kedalaman bit ($8\text{-bit}$ vs $16\text{-bit}$).</a:t>
            </a:r>
            <a:br/>
            <a:r>
              <a:t>* **Outcomes (Kompetensi Aplikatif)**:</a:t>
            </a:r>
            <a:br/>
            <a:r>
              <a:t>  * Kemampuan mengelola representasi citra digital secara efisien tanpa membebani memori kerja sistem komputer tepi (*edge computing device*).</a:t>
            </a:r>
            <a:br/>
            <a:r>
              <a:t>  * Keahlian dalam mengisolasi wilayah objek tanaman penting dan memperbaiki kualitas citra yang mengalami *underexposure* pada bayangan kanopi kelapa sawit.</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Representasi Citra Digital dan Matriks Piksel: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10.2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Representasi Citra Digital dan Matriks Piksel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