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10.3: Piksel dan Ruang Warna</a:t>
            </a:r>
          </a:p>
          <a:p>
            <a:pPr>
              <a:spcBef>
                <a:spcPts val="1200"/>
              </a:spcBef>
              <a:defRPr sz="1600">
                <a:solidFill>
                  <a:srgbClr val="94A3B8"/>
                </a:solidFill>
              </a:defRPr>
            </a:pPr>
            <a:r>
              <a:t>Bagian 10: Pelatihan, Optimasi, dan Regularisasi Deep Learning</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teori dasar persepsi trikromatik manusia (respons spektral sel fotoreseptor kerucut S, M, L), model warna aditif (RGB) vs subtraktif (CMYK), model representasi silinder (HSV/HSL), serta ruang warna persepsi seragam (Perceptually Uniform Color Space) CIE L^a^b^ dan standar transmisi siaran YCrCb.</a:t>
            </a:r>
          </a:p>
          <a:p>
            <a:pPr>
              <a:spcAft>
                <a:spcPts val="400"/>
              </a:spcAft>
              <a:defRPr sz="1100">
                <a:solidFill>
                  <a:srgbClr val="334155"/>
                </a:solidFill>
              </a:defRPr>
            </a:pPr>
            <a:r>
              <a:t>•  Menerapkan (C3) formulasi matematika konversi antar-ruang warna (RGB ke Grayscale berbobot luminans ITU-R BT.601, RGB ke HSV silindris, RGB ke CIE L^a^b^) serta merancang alur kerja segmentasi warna berbasis ambang batas rentang ganda (Dual-Range Thresholding via cv2.inRange dan cv2.bitwise_or) pada citra brondolan buah dan kanopi kelapa sawit.</a:t>
            </a:r>
          </a:p>
          <a:p>
            <a:pPr>
              <a:spcAft>
                <a:spcPts val="400"/>
              </a:spcAft>
              <a:defRPr sz="1100">
                <a:solidFill>
                  <a:srgbClr val="334155"/>
                </a:solidFill>
              </a:defRPr>
            </a:pPr>
            <a:r>
              <a:t>•  Menganalisis (C4) ketahanan (invariance) berbagai representasi saluran warna terhadap fluktuasi intensitas sinar matahari dan bayangan awan, membuktikan secara kuantitatif keunggulan kanal Hue dan a^, b^ dibanding kanal intensitas RGB mentah, serta menghitung metrik jarak persepsi warna Euclidean \Delta E_{ab}^ guna membedakan fraksi kematangan panen secara objektif.</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Piksel dan Ruang Warna.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H_OpenCV in [0, 179],    S_OpenCV in [0, 255],    V_OpenCV in [0, 255]</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Piksel dan Ruang Warna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RUANG WARNA DAN SEGMENTASI SAWIT AGROKOMPLEKS</a:t>
            </a:r>
          </a:p>
        </p:txBody>
      </p:sp>
      <p:pic>
        <p:nvPicPr>
          <p:cNvPr id="12" name="Picture 11" descr="ruang_warna_dan_segmentasi_sawit_agrokompleks.png"/>
          <p:cNvPicPr>
            <a:picLocks noChangeAspect="1"/>
          </p:cNvPicPr>
          <p:nvPr/>
        </p:nvPicPr>
        <p:blipFill>
          <a:blip r:embed="rId2"/>
          <a:stretch>
            <a:fillRect/>
          </a:stretch>
        </p:blipFill>
        <p:spPr>
          <a:xfrm>
            <a:off x="914399" y="2671354"/>
            <a:ext cx="5669280" cy="2429691"/>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teori dasar persepsi trikromatik manusia (respons spektral sel fotoreseptor kerucut $S, M, L$), model warna aditif (RGB) vs subtraktif (CMYK), model representasi silinder (HSV/HSL), serta ruang warna persepsi seragam (*Perceptually Uniform Color Space*) CIE $L^*a^*b^*$ dan standar transmisi siaran YCrCb.</a:t>
            </a:r>
            <a:br/>
            <a:r>
              <a:t>2. **Menerapkan (C3)** formulasi matematika konversi antar-ruang warna (RGB ke Grayscale berbobot luminans ITU-R BT.601, RGB ke HSV silindris, RGB ke CIE $L^*a^*b^*$) serta merancang alur kerja segmentasi warna berbasis ambang batas rentang ganda (*Dual-Range Thresholding via cv2.inRange* dan *cv2.bitwise_or*) pada citra brondolan buah dan kanopi kelapa sawit.</a:t>
            </a:r>
            <a:br/>
            <a:r>
              <a:t>3. **Menganalisis (C4)** ketahanan (*invariance*) berbagai representasi saluran warna terhadap fluktuasi intensitas sinar matahari dan bayangan awan, membuktikan secara kuantitatif keunggulan kanal *Hue* dan $a^*, b^*$ dibanding kanal intensitas RGB mentah, serta menghitung metrik jarak persepsi warna Euclidean $\Delta E_{ab}^*$ guna membedakan fraksi kematangan panen secara objektif.</a:t>
            </a:r>
            <a:br/>
            <a:br/>
            <a:r>
              <a:t>### 1.2 Kerangka Hasil Pembelajaran (Outputs, Outcomes, &amp; Impacts)</a:t>
            </a:r>
            <a:br/>
            <a:r>
              <a:t>* **Outputs (Keluaran Langsung)**:</a:t>
            </a:r>
            <a:br/>
            <a:r>
              <a:t>  * Penguasaan formulasi analitis transformasi linier dan non-linier antar-ruang warna.</a:t>
            </a:r>
            <a:br/>
            <a:r>
              <a:t>  * Skrip Python modular berstandar PEP 8 untuk konversi warna, dekomposisi multisaluran, dan segmentasi piksel buah sawit matang kebal bayangan.</a:t>
            </a:r>
            <a:br/>
            <a:r>
              <a:t>  * Laporan komparasi kuantitatif kestabilan nilai fitur warna melintasi batas bayangan tajam (*shadow boundary*).</a:t>
            </a:r>
            <a:br/>
            <a:r>
              <a:t>* **Outcomes (Kompetensi Aplikatif)**:</a:t>
            </a:r>
            <a:br/>
            <a:r>
              <a:t>  * Kemampuan memilih ruang warna yang paling optimal sesuai karakteristik masalah agro-industri (inspeksi kanopi vs sortasi buah vs kalibrasi laboratorium).</a:t>
            </a:r>
            <a:br/>
            <a:r>
              <a:t>  * Keahlian dalam mengatasi masalah diskontinuitas sudut kemerahan (*wrapped red hue anomaly*) pada ruang warna HSV.</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Piksel dan Ruang Warna: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10.3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Piksel dan Ruang Warna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