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10.4: Preprocessing Citra</a:t>
            </a:r>
          </a:p>
          <a:p>
            <a:pPr>
              <a:spcBef>
                <a:spcPts val="1200"/>
              </a:spcBef>
              <a:defRPr sz="1600">
                <a:solidFill>
                  <a:srgbClr val="94A3B8"/>
                </a:solidFill>
              </a:defRPr>
            </a:pPr>
            <a:r>
              <a:t>Bagian 10: Pelatihan, Optimasi, dan Regularisasi Deep Learning</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10.4</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prinsip matematika interpolasi spasial pemetaan mundur (backward mapping dengan metode Nearest Neighbor, Bilinear, dan Bicubic), pemodelan matriks transformasi affine 2D, konsep fungsi distribusi kumulatif (CDF) pada perataan histogram, serta mekanisme redistribusi kelebihan frekuensi pada algoritma CLAHE.</a:t>
            </a:r>
          </a:p>
          <a:p>
            <a:pPr>
              <a:spcAft>
                <a:spcPts val="400"/>
              </a:spcAft>
              <a:defRPr sz="1100">
                <a:solidFill>
                  <a:srgbClr val="334155"/>
                </a:solidFill>
              </a:defRPr>
            </a:pPr>
            <a:r>
              <a:t>•  Menerapkan (C3) fungsi pustaka OpenCV dan NumPy untuk merancang alur pra-pemrosesan citra terpadu: penskalaan resolusi (resizing), koreksi orientasi kemiringan barisan kanopi sawit (affine rotation), peningkatan kontras adaptif selektif pada kanal L^ ruang CIE L^a^b^, serta konversi susunan memori tensor ke format channel-first (C, H, W) untuk masukan model pembelajaran mendalam (Deep Learning).</a:t>
            </a:r>
          </a:p>
          <a:p>
            <a:pPr>
              <a:spcAft>
                <a:spcPts val="400"/>
              </a:spcAft>
              <a:defRPr sz="1100">
                <a:solidFill>
                  <a:srgbClr val="334155"/>
                </a:solidFill>
              </a:defRPr>
            </a:pPr>
            <a:r>
              <a:t>•  Menganalisis (C4) dampak pemilihan metode interpolasi terhadap integritas data kategorikal (masker segmentasi semantik) versus data visual kontinu, membuktikan secara analitis pencegahan amplifikasi derau latar belakang oleh algoritma CLAHE dibandingkan perataan histogram global, serta mengevaluasi stabilitas numerik gradien jaringan saraf konvolusi sebelum dan sesudah standardisasi skor-Z.</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10.4</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Preprocessing Citra.</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f(x, y) = sum_i=-1^2 sum_j=-1^2 f(x_0 + i, y_0 + j) cdot W(i - alpha) cdot W(j -</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Preprocessing Citra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10.4</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PREPROCESSING CITRA DAN CLAHE AGROKOMPLEKS</a:t>
            </a:r>
          </a:p>
        </p:txBody>
      </p:sp>
      <p:pic>
        <p:nvPicPr>
          <p:cNvPr id="12" name="Picture 11" descr="preprocessing_citra_dan_clahe_agrokompleks.png"/>
          <p:cNvPicPr>
            <a:picLocks noChangeAspect="1"/>
          </p:cNvPicPr>
          <p:nvPr/>
        </p:nvPicPr>
        <p:blipFill>
          <a:blip r:embed="rId2"/>
          <a:stretch>
            <a:fillRect/>
          </a:stretch>
        </p:blipFill>
        <p:spPr>
          <a:xfrm>
            <a:off x="914399" y="2291714"/>
            <a:ext cx="5669280" cy="318897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10.4</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prinsip matematika interpolasi spasial pemetaan mundur (*backward mapping* dengan metode *Nearest Neighbor*, *Bilinear*, dan *Bicubic*), pemodelan matriks transformasi affine 2D, konsep fungsi distribusi kumulatif (CDF) pada perataan histogram, serta mekanisme redistribusi kelebihan frekuensi pada algoritma CLAHE.</a:t>
            </a:r>
            <a:br/>
            <a:r>
              <a:t>2. **Menerapkan (C3)** fungsi pustaka OpenCV dan NumPy untuk merancang alur pra-pemrosesan citra terpadu: penskalaan resolusi (*resizing*), koreksi orientasi kemiringan barisan kanopi sawit (*affine rotation*), peningkatan kontras adaptif selektif pada kanal $L^*$ ruang CIE $L^*a^*b^*$, serta konversi susunan memori tensor ke format *channel-first* $(C, H, W)$ untuk masukan model pembelajaran mendalam (*Deep Learning*).</a:t>
            </a:r>
            <a:br/>
            <a:r>
              <a:t>3. **Menganalisis (C4)** dampak pemilihan metode interpolasi terhadap integritas data kategorikal (masker segmentasi semantik) versus data visual kontinu, membuktikan secara analitis pencegahan amplifikasi derau latar belakang oleh algoritma CLAHE dibandingkan perataan histogram global, serta mengevaluasi stabilitas numerik gradien jaringan saraf konvolusi sebelum dan sesudah standardisasi skor-$Z$.</a:t>
            </a:r>
            <a:br/>
            <a:br/>
            <a:r>
              <a:t>### 1.2 Kerangka Hasil Pembelajaran (Outputs, Outcomes, &amp; Impacts)</a:t>
            </a:r>
            <a:br/>
            <a:r>
              <a:t>* **Outputs (Keluaran Langsung)**:</a:t>
            </a:r>
            <a:br/>
            <a:r>
              <a:t>  * Penguasaan formulasi analitis interpolasi spasial, matriks transformasi affine, dan pemotongan histogram CLAHE.</a:t>
            </a:r>
            <a:br/>
            <a:r>
              <a:t>  * Skrip Python modular berstandar industri untuk pra-pemrosesan citra drone perkebunan kelapa sawit berkabut.</a:t>
            </a:r>
            <a:br/>
            <a:r>
              <a:t>  * Laporan komparasi kuantitatif kehalusan interpolasi dan preservasi nilai kelas pada masker anotasi.</a:t>
            </a:r>
            <a:br/>
            <a:r>
              <a:t>* **Outcomes (Kompetensi Aplikatif)**:</a:t>
            </a:r>
            <a:br/>
            <a:r>
              <a:t>  * Keahlian dalam mengeliminasi degradasi kontras akibat kabut radiasi pagi hari tanpa memicu distorsi warna klorofil daun.</a:t>
            </a:r>
            <a:br/>
            <a:r>
              <a:t>  * Kemampuan menyusun pipa pra-pemrosesan data (*data preprocessing pipeline*) yang siap diintegrasikan langsung ke dalam arsitektur CNN/PyTorch.</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10.4</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Preprocessing Citra: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10.4</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10.4</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10.4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Preprocessing Citra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