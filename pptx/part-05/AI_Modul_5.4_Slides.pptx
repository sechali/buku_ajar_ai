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5.4: Features dan Labels dalam Machine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anatomi ruang fitur (\mathcal{X} \subset \mathbb{R}^D) dan vektor label target (\mathbf{y}) pada dataset agro-klimatologi.</a:t>
            </a:r>
          </a:p>
          <a:p>
            <a:pPr>
              <a:spcAft>
                <a:spcPts val="400"/>
              </a:spcAft>
              <a:defRPr sz="1100">
                <a:solidFill>
                  <a:srgbClr val="334155"/>
                </a:solidFill>
              </a:defRPr>
            </a:pPr>
            <a:r>
              <a:t>•  Menganalisis (C4) fenomena kutukan dimensionalitas (Curse of Dimensionality) dan dampaknya terhadap kepadatan ruang sampel serta risiko overfitting.</a:t>
            </a:r>
          </a:p>
          <a:p>
            <a:pPr>
              <a:spcAft>
                <a:spcPts val="400"/>
              </a:spcAft>
              <a:defRPr sz="1100">
                <a:solidFill>
                  <a:srgbClr val="334155"/>
                </a:solidFill>
              </a:defRPr>
            </a:pPr>
            <a:r>
              <a:t>•  Menerapkan (C3) teknik rekayasa fitur (Feature Engineering) berbasis domain pertanian: indeks spektral kanopi, fitur rasio hara NPK, dan agregasi statistik temporal.</a:t>
            </a:r>
          </a:p>
          <a:p>
            <a:pPr>
              <a:spcAft>
                <a:spcPts val="400"/>
              </a:spcAft>
              <a:defRPr sz="1100">
                <a:solidFill>
                  <a:srgbClr val="334155"/>
                </a:solidFill>
              </a:defRPr>
            </a:pPr>
            <a:r>
              <a:t>•  Mengevaluasi (C4) metode seleksi fitur filter (informasi timbal balik, korelasi) dan wrapper untuk mengeliminasi fitur redundan.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Features dan Labels dalam Machine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mathcalD = (mathbfx_i, y_i)_i=1^n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Features dan Labels dalam Machine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KLASIFIKASI FITUR DAN VEKTOR LABEL AI</a:t>
            </a:r>
          </a:p>
        </p:txBody>
      </p:sp>
      <p:pic>
        <p:nvPicPr>
          <p:cNvPr id="12" name="Picture 11" descr="klasifikasi_fitur_dan_vektor_label_ai.png"/>
          <p:cNvPicPr>
            <a:picLocks noChangeAspect="1"/>
          </p:cNvPicPr>
          <p:nvPr/>
        </p:nvPicPr>
        <p:blipFill>
          <a:blip r:embed="rId2"/>
          <a:stretch>
            <a:fillRect/>
          </a:stretch>
        </p:blipFill>
        <p:spPr>
          <a:xfrm>
            <a:off x="914399" y="2250830"/>
            <a:ext cx="5669280" cy="3270738"/>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anatomi ruang fitur ($\mathcal{X} \subset \mathbb{R}^D$) dan vektor label target ($\mathbf{y}$) pada dataset agro-klimatologi.</a:t>
            </a:r>
            <a:br/>
            <a:r>
              <a:t>2. **Menganalisis (C4)** fenomena kutukan dimensionalitas (*Curse of Dimensionality*) dan dampaknya terhadap kepadatan ruang sampel serta risiko overfitting.</a:t>
            </a:r>
            <a:br/>
            <a:r>
              <a:t>3. **Menerapkan (C3)** teknik rekayasa fitur (*Feature Engineering*) berbasis domain pertanian: indeks spektral kanopi, fitur rasio hara NPK, dan agregasi statistik temporal.</a:t>
            </a:r>
            <a:br/>
            <a:r>
              <a:t>4. **Mengevaluasi (C4)** metode seleksi fitur filter (informasi timbal balik, korelasi) dan wrapper untuk mengeliminasi fitur redundan.</a:t>
            </a:r>
            <a:br/>
            <a:br/>
            <a:r>
              <a:t>### 1.2 Kerangka Hasil Pembelajaran (Outputs, Outcomes, &amp; Impacts)</a:t>
            </a:r>
            <a:br/>
            <a:r>
              <a:t>* **Outputs (Keluaran Berwujud Langsung)**:</a:t>
            </a:r>
            <a:br/>
            <a:r>
              <a:t>  * Memformulasikan ruang sampel ke dalam bentuk matematis matriks desain fitur $X \in \mathbb{R}^{n \times d}$ dan vektor label target $y \in \mathcal{Y}^n$.</a:t>
            </a:r>
            <a:br/>
            <a:r>
              <a:t>  * Mengidentifikasi dan membedakan tipologi fitur (numerik kontinu, numerik diskrit, kategorikal nominal, kategorikal ordinal) serta tipologi target (biner, multi-kelas, multi-label, regresi kontinu).</a:t>
            </a:r>
            <a:br/>
            <a:r>
              <a:t>  * Menganalisis dampak *curse of dimensionality* terhadap kerapatan spasial data dan metrik jarak Euclidean.</a:t>
            </a:r>
            <a:br/>
            <a:r>
              <a:t>  * Menerapkan tiga paradigma seleksi fitur: *filter methods* (korelasi, ANOVA, mutual information), *wrapper methods* (RFE), dan *embedded methods* (regresi LASSO, *tree importance*).</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Features dan Labels dalam Machine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Features dan Labels dalam Machine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