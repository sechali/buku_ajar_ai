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5.7: Evaluasi Model dalam Machine Learning</a:t>
            </a:r>
          </a:p>
          <a:p>
            <a:pPr>
              <a:spcBef>
                <a:spcPts val="1200"/>
              </a:spcBef>
              <a:defRPr sz="1600">
                <a:solidFill>
                  <a:srgbClr val="94A3B8"/>
                </a:solidFill>
              </a:defRPr>
            </a:pPr>
            <a:r>
              <a:t>Bagian 5: Matematika dan Sains Data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5.7</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Mengidentifikasi (C2) klasifikasi metrik evaluasi model prediktif untuk tugas regresi (MSE, RMSE, MAE, MAPE, R^2) dan klasifikasi biner/multi-kelas.</a:t>
            </a:r>
          </a:p>
          <a:p>
            <a:pPr>
              <a:spcAft>
                <a:spcPts val="400"/>
              </a:spcAft>
              <a:defRPr sz="1100">
                <a:solidFill>
                  <a:srgbClr val="334155"/>
                </a:solidFill>
              </a:defRPr>
            </a:pPr>
            <a:r>
              <a:t>•  Menganalisis (C4) kelemahan metrik akurasi sederhana (Accuracy Paradox) pada dataset penyakit kebun dengan distribusi kelas sangat timpang.</a:t>
            </a:r>
          </a:p>
          <a:p>
            <a:pPr>
              <a:spcAft>
                <a:spcPts val="400"/>
              </a:spcAft>
              <a:defRPr sz="1100">
                <a:solidFill>
                  <a:srgbClr val="334155"/>
                </a:solidFill>
              </a:defRPr>
            </a:pPr>
            <a:r>
              <a:t>•  Menerapkan (C3) kalkulasi metrik Presisi, Sensitivitas (Recall), dan F1-Score untuk mengukur kinerja deteksi dini serangan Ganoderma.</a:t>
            </a:r>
          </a:p>
          <a:p>
            <a:pPr>
              <a:spcAft>
                <a:spcPts val="400"/>
              </a:spcAft>
              <a:defRPr sz="1100">
                <a:solidFill>
                  <a:srgbClr val="334155"/>
                </a:solidFill>
              </a:defRPr>
            </a:pPr>
            <a:r>
              <a:t>•  Menyusun (C3) ringkasan laporan evaluasi menyeluruh (Classification Report) yang mengaitkan metrik statistik dengan implikasi biaya operasional di perkebunan.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5.7</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Evaluasi Model dalam Machine Learning.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mathcalR_emp(h) = frac1n_test sum_i=1^n_test ell(y_i, h(mathbfx_i))</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Evaluasi Model dalam Machine Learning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5.7</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MATRIKS KONFUSI DAN METRIK KLASIFIKASI</a:t>
            </a:r>
          </a:p>
        </p:txBody>
      </p:sp>
      <p:pic>
        <p:nvPicPr>
          <p:cNvPr id="12" name="Picture 11" descr="matriks_konfusi_dan_metrik_klasifikasi.png"/>
          <p:cNvPicPr>
            <a:picLocks noChangeAspect="1"/>
          </p:cNvPicPr>
          <p:nvPr/>
        </p:nvPicPr>
        <p:blipFill>
          <a:blip r:embed="rId2"/>
          <a:stretch>
            <a:fillRect/>
          </a:stretch>
        </p:blipFill>
        <p:spPr>
          <a:xfrm>
            <a:off x="914399" y="2190831"/>
            <a:ext cx="5669280" cy="3390736"/>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5.7</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**Mengidentifikasi (C2)** klasifikasi metrik evaluasi model prediktif untuk tugas regresi (MSE, RMSE, MAE, MAPE, $R^2$) dan klasifikasi biner/multi-kelas.</a:t>
            </a:r>
            <a:br/>
            <a:r>
              <a:t>2. **Menganalisis (C4)** kelemahan metrik akurasi sederhana (*Accuracy Paradox*) pada dataset penyakit kebun dengan distribusi kelas sangat timpang.</a:t>
            </a:r>
            <a:br/>
            <a:r>
              <a:t>3. **Menerapkan (C3)** kalkulasi metrik Presisi, Sensitivitas (Recall), dan F1-Score untuk mengukur kinerja deteksi dini serangan Ganoderma.</a:t>
            </a:r>
            <a:br/>
            <a:r>
              <a:t>4. **Menyusun (C3)** ringkasan laporan evaluasi menyeluruh (*Classification Report*) yang mengaitkan metrik statistik dengan implikasi biaya operasional di perkebunan.</a:t>
            </a:r>
            <a:br/>
            <a:br/>
            <a:r>
              <a:t>### 1.2 Kerangka Hasil Pembelajaran (Outputs, Outcomes, &amp; Impacts)</a:t>
            </a:r>
            <a:br/>
            <a:r>
              <a:t>* **Outputs (Keluaran Berwujud Langsung)**:</a:t>
            </a:r>
            <a:br/>
            <a:r>
              <a:t>  * Menghitung dan menginterpretasikan metrik performa regresi: *Mean Absolute Error* (MAE), *Root Mean Squared Error* (RMSE), *Mean Absolute Percentage Error* (MAPE), serta Koefisien Determinasi ($R^2$ dan Adjusted $R^2$).</a:t>
            </a:r>
            <a:br/>
            <a:r>
              <a:t>  * Mengonstruksi matriks konfusi ($2 \times 2$ dan multi-kelas) serta menurunkan formulasi *Accuracy*, *Precision*, *Recall* (Sensitivitas), *Specificity*, dan $F_\beta$-Score.</a:t>
            </a:r>
            <a:br/>
            <a:r>
              <a:t>  * Menjelaskan secara matematis paradoks akurasi (*accuracy paradox*) pada himpunan data dengan distribusi kelas sangat timpang (*highly imbalanced data*).</a:t>
            </a:r>
            <a:br/>
            <a:r>
              <a:t>  * Menganalisis kurva *Receiver Operating Characteristic* (ROC), menghitung nilai *Area Under Curve* (AUC), serta memetakan *trade-off* antara presisi dan sensitivitas.</a:t>
            </a:r>
            <a:br/>
            <a:r>
              <a:t>* **Outcomes (Hasil Capaian &amp; Perubahan Kompetensi)**:</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5.7</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Evaluasi Model dalam Machine Learning: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5.7</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PART-05 • AI Modul 5.7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5.7</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5.7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Evaluasi Model dalam Machine Learning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