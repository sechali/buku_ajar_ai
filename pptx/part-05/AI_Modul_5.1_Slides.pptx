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5.1: Konsep Dasar Machine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definisi formal Machine Learning menurut Tom Mitchell (Tugas T, Kinerja P, Pengalaman E) dan pergeseran paradigma dari Software 1.0 (pemrograman aturan) ke Software 2.0 (pembelajaran berbasis data).</a:t>
            </a:r>
          </a:p>
          <a:p>
            <a:pPr>
              <a:spcAft>
                <a:spcPts val="400"/>
              </a:spcAft>
              <a:defRPr sz="1100">
                <a:solidFill>
                  <a:srgbClr val="334155"/>
                </a:solidFill>
              </a:defRPr>
            </a:pPr>
            <a:r>
              <a:t>•  Menganalisis (C4) anatomi ruang hipotesis \mathcal{H} dan peranan fungsi kerugian (Loss Function) dalam mengarahkan konvergensi model AI.</a:t>
            </a:r>
          </a:p>
          <a:p>
            <a:pPr>
              <a:spcAft>
                <a:spcPts val="400"/>
              </a:spcAft>
              <a:defRPr sz="1100">
                <a:solidFill>
                  <a:srgbClr val="334155"/>
                </a:solidFill>
              </a:defRPr>
            </a:pPr>
            <a:r>
              <a:t>•  Mengevaluasi (C4) batas kelayakan pembelajaran (Feasibility of Learning) dan teorema No Free Lunch (NFL) pada domain pertanian presisi.</a:t>
            </a:r>
          </a:p>
          <a:p>
            <a:pPr>
              <a:spcAft>
                <a:spcPts val="400"/>
              </a:spcAft>
              <a:defRPr sz="1100">
                <a:solidFill>
                  <a:srgbClr val="334155"/>
                </a:solidFill>
              </a:defRPr>
            </a:pPr>
            <a:r>
              <a:t>•  Menerapkan (C3) kerangka kerja Mitchell untuk merumuskan problem estimasi panen sawit dan klasifikasi penyakit kanopi menjadi formulasi machine learning formal.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Konsep Dasar Machine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IF Brondolan Lepas ge 5  AND Warna = 'Oranye'  AND Berat &gt; 15  THEN 'Matang'</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Konsep Dasar Machine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PERGESERAN PARADIGMA: PEMROGRAMAN TRADISIONAL</a:t>
            </a:r>
          </a:p>
        </p:txBody>
      </p:sp>
      <p:pic>
        <p:nvPicPr>
          <p:cNvPr id="12" name="Picture 11" descr="paradigma_pemrograman_tradisional_vs_machine_learning.png"/>
          <p:cNvPicPr>
            <a:picLocks noChangeAspect="1"/>
          </p:cNvPicPr>
          <p:nvPr/>
        </p:nvPicPr>
        <p:blipFill>
          <a:blip r:embed="rId2"/>
          <a:stretch>
            <a:fillRect/>
          </a:stretch>
        </p:blipFill>
        <p:spPr>
          <a:xfrm>
            <a:off x="914399" y="2232660"/>
            <a:ext cx="5669280" cy="330708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definisi formal Machine Learning menurut Tom Mitchell (Tugas $T$, Kinerja $P$, Pengalaman $E$) dan pergeseran paradigma dari *Software 1.0* (pemrograman aturan) ke *Software 2.0* (pembelajaran berbasis data).</a:t>
            </a:r>
            <a:br/>
            <a:r>
              <a:t>2. **Menganalisis (C4)** anatomi ruang hipotesis $\mathcal{H}$ dan peranan fungsi kerugian (*Loss Function*) dalam mengarahkan konvergensi model AI.</a:t>
            </a:r>
            <a:br/>
            <a:r>
              <a:t>3. **Mengevaluasi (C4)** batas kelayakan pembelajaran (*Feasibility of Learning*) dan teorema *No Free Lunch* (NFL) pada domain pertanian presisi.</a:t>
            </a:r>
            <a:br/>
            <a:r>
              <a:t>4. **Menerapkan (C3)** kerangka kerja Mitchell untuk merumuskan problem estimasi panen sawit dan klasifikasi penyakit kanopi menjadi formulasi machine learning formal.</a:t>
            </a:r>
            <a:br/>
            <a:br/>
            <a:r>
              <a:t>### 1.2 Kerangka Hasil Pembelajaran (Outputs, Outcomes, &amp; Impacts)</a:t>
            </a:r>
            <a:br/>
            <a:r>
              <a:t>* **Outputs (Keluaran Berwujud Langsung)**:</a:t>
            </a:r>
            <a:br/>
            <a:r>
              <a:t>  * Menjelaskan perbedaan fundamental antara paradigma pemrograman berbasis aturan (*rule-based programming*) dengan paradigma pembelajaran induktif berbasis data (*machine learning*).</a:t>
            </a:r>
            <a:br/>
            <a:r>
              <a:t>  * Memformulasikan masalah kecerdasan buatan ke dalam kerangka formal Tom Mitchell: Pengalaman (*Experience* - $E$), Tugas (*Task* - $T$), dan Pengukuran Performa (*Performance Measure* - $P$).</a:t>
            </a:r>
            <a:br/>
            <a:r>
              <a:t>  * Menguraikan konsep ruang hipotesis ($\mathcal{H}$), fungsi target sejati ($f(\mathbf{x})$), fungsi aproksimasi ($\hat{h}(\mathbf{x})$), serta peranan fungsi kerugian (*loss function*).</a:t>
            </a:r>
            <a:br/>
            <a:r>
              <a:t>  * Menjelaskan signifikansi bias induktif (*inductive bias*) dalam membatasi ruang pencarian model dan kaitannya dengan prinsip *Occam's Razor*.</a:t>
            </a:r>
            <a:br/>
            <a:r>
              <a:t>  * Menjelaskan implikasi praktis Teorema *No Free Lunch* (NFL) terhadap metodologi rekayasa model kecerdasan buatan.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Konsep Dasar Machine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Konsep Dasar Machine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