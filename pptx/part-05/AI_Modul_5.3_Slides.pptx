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5.3: Dataset (Training dan Testing)</a:t>
            </a:r>
          </a:p>
          <a:p>
            <a:pPr>
              <a:spcBef>
                <a:spcPts val="1200"/>
              </a:spcBef>
              <a:defRPr sz="1600">
                <a:solidFill>
                  <a:srgbClr val="94A3B8"/>
                </a:solidFill>
              </a:defRPr>
            </a:pPr>
            <a:r>
              <a:t>Bagian 5: Matematika dan Sains Data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fondasi statistik partisi dataset: data latih (training), data validasi (validation), dan data uji (testing).</a:t>
            </a:r>
          </a:p>
          <a:p>
            <a:pPr>
              <a:spcAft>
                <a:spcPts val="400"/>
              </a:spcAft>
              <a:defRPr sz="1100">
                <a:solidFill>
                  <a:srgbClr val="334155"/>
                </a:solidFill>
              </a:defRPr>
            </a:pPr>
            <a:r>
              <a:t>•  Mendiagnosis (C4) fenomena kebocoran data (Data Leakage) yang bersumber dari prapemrosesan sebelum pemisahan data atau autokorelasi spasial kebun.</a:t>
            </a:r>
          </a:p>
          <a:p>
            <a:pPr>
              <a:spcAft>
                <a:spcPts val="400"/>
              </a:spcAft>
              <a:defRPr sz="1100">
                <a:solidFill>
                  <a:srgbClr val="334155"/>
                </a:solidFill>
              </a:defRPr>
            </a:pPr>
            <a:r>
              <a:t>•  Menerapkan (C3) teknik pemisahan terstratifikasi (Stratified Split) dan validasi silang berulang (Repeated Cross-Validation) pada data penyakit tanaman langka.</a:t>
            </a:r>
          </a:p>
          <a:p>
            <a:pPr>
              <a:spcAft>
                <a:spcPts val="400"/>
              </a:spcAft>
              <a:defRPr sz="1100">
                <a:solidFill>
                  <a:srgbClr val="334155"/>
                </a:solidFill>
              </a:defRPr>
            </a:pPr>
            <a:r>
              <a:t>•  Merancang (C3) protokol pengujian terisolasi (Clean Test Set Protocol) untuk menjamin evaluasi performa model yang jujur dan bebas optimisme semu.</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Dataset (Training dan Testing).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CV_score = frac1K sum_k=1^K Score_k</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Dataset (Training dan Testing)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PARTISI DATASET: HOLDOUT, K-FOLD, </a:t>
            </a:r>
          </a:p>
        </p:txBody>
      </p:sp>
      <p:pic>
        <p:nvPicPr>
          <p:cNvPr id="12" name="Picture 11" descr="arsitektur_partisi_dataset_dan_validasi_silang.png"/>
          <p:cNvPicPr>
            <a:picLocks noChangeAspect="1"/>
          </p:cNvPicPr>
          <p:nvPr/>
        </p:nvPicPr>
        <p:blipFill>
          <a:blip r:embed="rId2"/>
          <a:stretch>
            <a:fillRect/>
          </a:stretch>
        </p:blipFill>
        <p:spPr>
          <a:xfrm>
            <a:off x="914399" y="2250830"/>
            <a:ext cx="5669280" cy="3270738"/>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fondasi statistik partisi dataset: data latih (*training*), data validasi (*validation*), dan data uji (*testing*).</a:t>
            </a:r>
            <a:br/>
            <a:r>
              <a:t>2. **Mendiagnosis (C4)** fenomena kebocoran data (*Data Leakage*) yang bersumber dari prapemrosesan sebelum pemisahan data atau autokorelasi spasial kebun.</a:t>
            </a:r>
            <a:br/>
            <a:r>
              <a:t>3. **Menerapkan (C3)** teknik pemisahan terstratifikasi (*Stratified Split*) dan validasi silang berulang (*Repeated Cross-Validation*) pada data penyakit tanaman langka.</a:t>
            </a:r>
            <a:br/>
            <a:r>
              <a:t>4. **Merancang (C3)** protokol pengujian terisolasi (*Clean Test Set Protocol*) untuk menjamin evaluasi performa model yang jujur dan bebas optimisme semu.</a:t>
            </a:r>
            <a:br/>
            <a:br/>
            <a:r>
              <a:t>### 1.2 Kerangka Hasil Pembelajaran (Outputs, Outcomes, &amp; Impacts)</a:t>
            </a:r>
            <a:br/>
            <a:r>
              <a:t>* **Outputs (Keluaran Berwujud Langsung)**:</a:t>
            </a:r>
            <a:br/>
            <a:r>
              <a:t>  * Membedakan peranan fungsional dan batasan akses antara Data Latih (*Training Set*), Data Validasi (*Validation Set*), dan Data Uji (*Test Set / Holdout*).</a:t>
            </a:r>
            <a:br/>
            <a:r>
              <a:t>  * Memilih dan mengonfigurasi skema validasi silang yang tepat: *K-Fold Cross-Validation*, *Stratified K-Fold* (untuk kelas tidak seimbang), *TimeSeriesSplit* (untuk deret waktu musiman), dan *GroupKFold* (untuk data berkelompok spasial afdeling).</a:t>
            </a:r>
            <a:br/>
            <a:r>
              <a:t>  * Mendiagnosis empat bentuk utama kebocoran data (*data leakage*): *Target Leakage*, *Preprocessing Leakage*, *Temporal Leakage*, dan *Spatial Autocorrelation Leakage*.</a:t>
            </a:r>
            <a:br/>
            <a:r>
              <a:t>  * Menerapkan aturan emas isolasi data: pemanggilan `.fit()` eksklusif pada data latih dan `.transform()` pada data validasi/uji menggunakan *Scikit-Learn Pipeline*.</a:t>
            </a:r>
            <a:br/>
            <a:r>
              <a:t>  * Menganalisis kurva kompleksitas sampel (*learning curve sample complexity*) untuk menentukan kecukupan volume data latih terhadap konvergensi generalisasi model.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Dataset (Training dan Testing):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5.3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Dataset (Training dan Testing)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