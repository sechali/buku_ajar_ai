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5.2: Jenis Machine Learning (Supervised, Unsupervised, Reinforcement Learning)</a:t>
            </a:r>
          </a:p>
          <a:p>
            <a:pPr>
              <a:spcBef>
                <a:spcPts val="1200"/>
              </a:spcBef>
              <a:defRPr sz="1600">
                <a:solidFill>
                  <a:srgbClr val="94A3B8"/>
                </a:solidFill>
              </a:defRPr>
            </a:pPr>
            <a:r>
              <a:t>Bagian 5: Matematika dan Sains Data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Mengklasifikasikan (C2) tiga paradigma utama machine learning: Supervised Learning, Unsupervised Learning, dan Reinforcement Learning (RL) serta varian semi-supervised.</a:t>
            </a:r>
          </a:p>
          <a:p>
            <a:pPr>
              <a:spcAft>
                <a:spcPts val="400"/>
              </a:spcAft>
              <a:defRPr sz="1100">
                <a:solidFill>
                  <a:srgbClr val="334155"/>
                </a:solidFill>
              </a:defRPr>
            </a:pPr>
            <a:r>
              <a:t>•  Menganalisis (C4) perbedaan karakteristik data masukan (label diskret, target kontinu, ketiadaan label, dan sinyal reward) pada rantai agro-industri.</a:t>
            </a:r>
          </a:p>
          <a:p>
            <a:pPr>
              <a:spcAft>
                <a:spcPts val="400"/>
              </a:spcAft>
              <a:defRPr sz="1100">
                <a:solidFill>
                  <a:srgbClr val="334155"/>
                </a:solidFill>
              </a:defRPr>
            </a:pPr>
            <a:r>
              <a:t>•  Mengevaluasi (C4) trade-off antara eksplorasi dan eksploitasi (Exploration-Exploitation Dilemma) pada agen RL kendali penyiraman cerdas.</a:t>
            </a:r>
          </a:p>
          <a:p>
            <a:pPr>
              <a:spcAft>
                <a:spcPts val="400"/>
              </a:spcAft>
              <a:defRPr sz="1100">
                <a:solidFill>
                  <a:srgbClr val="334155"/>
                </a:solidFill>
              </a:defRPr>
            </a:pPr>
            <a:r>
              <a:t>•  Menentukan (C3) paradigma machine learning yang paling tepat dan efisien untuk menyelesaikan permasalahan spesifik di pabrik kelapa sawit dan lahan kebun.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Jenis Machine Learning (Supervised, Unsupervised, Reinforcement Learning).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mathcalD_train = (mathbfx_1, y_1), (mathbfx_2, y_2), dots, (mathbfx_n, y_n)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Jenis Machine Learning (Supervised, Unsupervised, Reinforcement Learning)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SISTEMATIKA TIGA PARADIGMA UTAMA MACHINE LEAR</a:t>
            </a:r>
          </a:p>
        </p:txBody>
      </p:sp>
      <p:pic>
        <p:nvPicPr>
          <p:cNvPr id="12" name="Picture 11" descr="klasifikasi_tiga_paradigma_machine_learning.png"/>
          <p:cNvPicPr>
            <a:picLocks noChangeAspect="1"/>
          </p:cNvPicPr>
          <p:nvPr/>
        </p:nvPicPr>
        <p:blipFill>
          <a:blip r:embed="rId2"/>
          <a:stretch>
            <a:fillRect/>
          </a:stretch>
        </p:blipFill>
        <p:spPr>
          <a:xfrm>
            <a:off x="914399" y="2250830"/>
            <a:ext cx="5669280" cy="3270738"/>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**Mengklasifikasikan (C2)** tiga paradigma utama machine learning: *Supervised Learning*, *Unsupervised Learning*, dan *Reinforcement Learning* (RL) serta varian semi-supervised.</a:t>
            </a:r>
            <a:br/>
            <a:r>
              <a:t>2. **Menganalisis (C4)** perbedaan karakteristik data masukan (label diskret, target kontinu, ketiadaan label, dan sinyal *reward*) pada rantai agro-industri.</a:t>
            </a:r>
            <a:br/>
            <a:r>
              <a:t>3. **Mengevaluasi (C4)** trade-off antara eksplorasi dan eksploitasi (*Exploration-Exploitation Dilemma*) pada agen RL kendali penyiraman cerdas.</a:t>
            </a:r>
            <a:br/>
            <a:r>
              <a:t>4. **Menentukan (C3)** paradigma machine learning yang paling tepat dan efisien untuk menyelesaikan permasalahan spesifik di pabrik kelapa sawit dan lahan kebun.</a:t>
            </a:r>
            <a:br/>
            <a:br/>
            <a:r>
              <a:t>### 1.2 Kerangka Hasil Pembelajaran (Outputs, Outcomes, &amp; Impacts)</a:t>
            </a:r>
            <a:br/>
            <a:r>
              <a:t>* **Outputs (Keluaran Berwujud Langsung)**:</a:t>
            </a:r>
            <a:br/>
            <a:r>
              <a:t>  * Membedakan karakteristik matematis, bentuk masukan (*inputs*), bentuk keluaran (*outputs*), dan sinyal umpan balik (*feedback signal*) dari tiga pilar machine learning: *Supervised*, *Unsupervised*, dan *Reinforcement Learning*.</a:t>
            </a:r>
            <a:br/>
            <a:r>
              <a:t>  * Memformulasikan persoalan **Supervised Learning** ke dalam sub-domain Regresi ($y \in \mathbb{R}$) dan Klasifikasi ($y \in \{1, \dots, C\}$) beserta fungsi objektif optimasinya (*Mean Squared Error* dan *Cross-Entropy*).</a:t>
            </a:r>
            <a:br/>
            <a:r>
              <a:t>  * Menguraikan mekanisme **Unsupervised Learning** dalam menemukan struktur intrinsik $p(\mathbf{x})$, meliputi klastering (*clustering*), reduksi dimensi (*dimensionality reduction*), dan deteksi anomali (*anomaly detection*).</a:t>
            </a:r>
            <a:br/>
            <a:r>
              <a:t>  * Menjelaskan komponen formal **Reinforcement Learning** berbasis kerangka *Markov Decision Process* (MDP): himpunan status ($\mathcal{S}$), aksi ($\mathcal{A}$), probabilitas transisi ($\mathcal{P}$), fungsi imbalan ($\mathcal{R}$), faktor diskon ($\gamma$), kebijakan ($\pi$), serta Persamaan Bellman.</a:t>
            </a:r>
            <a:br/>
            <a:r>
              <a:t>  * Membandingkan kelebihan, kekurangan, dan kompromi komputasional (*computational trade-offs*) dari masing-masing paradigma saat diterapkan pada data agribisnis riil.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Jenis Machine Learning (Supervised, Unsupervised, Reinforcement Learning):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5.2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Jenis Machine Learning (Supervised, Unsupervised, Reinforcement Learning)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