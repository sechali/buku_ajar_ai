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3.9: Penanganan Pengecualian dan Debugging</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hierarki kelas eksepsi bawaan Python (`BaseException`, `Exception`, `ValueError`, `KeyError`, dll.).</a:t>
            </a:r>
          </a:p>
          <a:p>
            <a:pPr>
              <a:spcAft>
                <a:spcPts val="400"/>
              </a:spcAft>
              <a:defRPr sz="1100">
                <a:solidFill>
                  <a:srgbClr val="334155"/>
                </a:solidFill>
              </a:defRPr>
            </a:pPr>
            <a:r>
              <a:t>•  Menerapkan (C3) blok penanganan kesalahan yang tangguh (`try`, `except`, `else`, `finally`) untuk mencegah kegagalan sistem saat runtime.</a:t>
            </a:r>
          </a:p>
          <a:p>
            <a:pPr>
              <a:spcAft>
                <a:spcPts val="400"/>
              </a:spcAft>
              <a:defRPr sz="1100">
                <a:solidFill>
                  <a:srgbClr val="334155"/>
                </a:solidFill>
              </a:defRPr>
            </a:pPr>
            <a:r>
              <a:t>•  Menganalisis (C4) jejak tumpukan kesalahan (traceback analysis) dan menerapkan teknik pelacakan bug menggunakan modul `logging` dan debugger `pdb`.</a:t>
            </a:r>
          </a:p>
          <a:p>
            <a:pPr>
              <a:spcAft>
                <a:spcPts val="400"/>
              </a:spcAft>
              <a:defRPr sz="1100">
                <a:solidFill>
                  <a:srgbClr val="334155"/>
                </a:solidFill>
              </a:defRPr>
            </a:pPr>
            <a:r>
              <a:t>•  Merancang (C3) kelas eksepsi kustom domain-spesifik (Custom Exceptions) untuk validasi integritas data sensor agribisnis.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Penanganan Pengecualian dan Debugging.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Penanganan Pengecualian dan Debugging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HIERARKI EKSEPSI CPYTHON DAN ALUR BLOK TRY-EX</a:t>
            </a:r>
          </a:p>
        </p:txBody>
      </p:sp>
      <p:pic>
        <p:nvPicPr>
          <p:cNvPr id="12" name="Picture 11" descr="hierarki_eksepsi_cpython_dan_alur_try_except.png"/>
          <p:cNvPicPr>
            <a:picLocks noChangeAspect="1"/>
          </p:cNvPicPr>
          <p:nvPr/>
        </p:nvPicPr>
        <p:blipFill>
          <a:blip r:embed="rId2"/>
          <a:stretch>
            <a:fillRect/>
          </a:stretch>
        </p:blipFill>
        <p:spPr>
          <a:xfrm>
            <a:off x="914399" y="2351853"/>
            <a:ext cx="5669280" cy="306869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hierarki kelas eksepsi bawaan Python (`BaseException`, `Exception`, `ValueError`, `KeyError`, dll.).</a:t>
            </a:r>
            <a:br/>
            <a:r>
              <a:t>2. **Menerapkan (C3)** blok penanganan kesalahan yang tangguh (`try`, `except`, `else`, `finally`) untuk mencegah kegagalan sistem saat runtime.</a:t>
            </a:r>
            <a:br/>
            <a:r>
              <a:t>3. **Menganalisis (C4)** jejak tumpukan kesalahan (*traceback analysis*) dan menerapkan teknik pelacakan bug menggunakan modul `logging` dan debugger `pdb`.</a:t>
            </a:r>
            <a:br/>
            <a:r>
              <a:t>4. **Merancang (C3)** kelas eksepsi kustom domain-spesifik (*Custom Exceptions*) untuk validasi integritas data sensor agribisnis.</a:t>
            </a:r>
            <a:br/>
            <a:br/>
            <a:r>
              <a:t>### 1.2 Kerangka Hasil Pembelajaran (Outputs, Outcomes, &amp; Impacts)</a:t>
            </a:r>
            <a:br/>
            <a:r>
              <a:t>* **Outputs (Keluaran Berwujud Langsung)**:</a:t>
            </a:r>
            <a:br/>
            <a:r>
              <a:t>  * Mahasiswa menghasilkan mesin pengawasan stasiun perebusan (*sterilizer*) dan ketel uap (*boiler*) PKS yang mengimplementasikan arsitektur penanganan pengecualian 4-blok deterministik (`try-except-else-finally`) dan tahan terhadap anomali telemetri.</a:t>
            </a:r>
            <a:br/>
            <a:r>
              <a:t>  * Mahasiswa memproduksi hierarki kelas pengecualian kustom agribisnis (`AgribisnisError`, `AnomaliSensorError`, `MutuTBSRejectError`) yang diperkaya metadata domain kontekstual (kode galat, pembacaan fisik, timestamp).</a:t>
            </a:r>
            <a:br/>
            <a:r>
              <a:t>  * Mahasiswa menyusun pipeline logging terstruktur industri berbasis modul `logging` yang memadukan penyaringan ambang batas keparahan (*severity levels*), pemformatan jejak stack, serta rotasi berkas otomatis (*rotating file handlers*).</a:t>
            </a:r>
            <a:br/>
            <a:r>
              <a:t>* **Outcomes (Hasil Capaian &amp; Perubahan Kompetensi)**:</a:t>
            </a:r>
            <a:br/>
            <a:r>
              <a:t>  * Mahasiswa menguasai pohon hierarki kelas eksepsi CPython: mampu membedakan kelas `BaseException` dan `Exception`, mengeliminasi anti-pola penangkapan eksepsi kosong (*bare except*), serta menerapkan penangkapan bertingkat dari yang paling spesifik ke yang paling umum.</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Penanganan Pengecualian dan Debugging: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Penanganan Pengecualian dan Debugging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