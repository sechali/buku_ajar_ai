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3.4: Variabel dan Tipe Data</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model objek data Python: referensi memori, mutabilitas (mutable vs immutable), dan sistem tipe dinamis.</a:t>
            </a:r>
          </a:p>
          <a:p>
            <a:pPr>
              <a:spcAft>
                <a:spcPts val="400"/>
              </a:spcAft>
              <a:defRPr sz="1100">
                <a:solidFill>
                  <a:srgbClr val="334155"/>
                </a:solidFill>
              </a:defRPr>
            </a:pPr>
            <a:r>
              <a:t>•  Menganalisis (C4) fenomena aliasing dan pass-by-object-reference yang berpotensi memicu bug logika pada manipulasi larik data.</a:t>
            </a:r>
          </a:p>
          <a:p>
            <a:pPr>
              <a:spcAft>
                <a:spcPts val="400"/>
              </a:spcAft>
              <a:defRPr sz="1100">
                <a:solidFill>
                  <a:srgbClr val="334155"/>
                </a:solidFill>
              </a:defRPr>
            </a:pPr>
            <a:r>
              <a:t>•  Menerapkan (C3) operasi konversi tipe (type casting) dan penanganan tipe data numerik presisi tinggi pada data sensor perkebunan.</a:t>
            </a:r>
          </a:p>
          <a:p>
            <a:pPr>
              <a:spcAft>
                <a:spcPts val="400"/>
              </a:spcAft>
              <a:defRPr sz="1100">
                <a:solidFill>
                  <a:srgbClr val="334155"/>
                </a:solidFill>
              </a:defRPr>
            </a:pPr>
            <a:r>
              <a:t>•  Mengevaluasi (C4) efisiensi jejak memori berbagai tipe data bawaan Python menggunakan modul `sys`.</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Variabel dan Tipe Data.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0.1_10 = 0.00011001100110011dots_2</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Variabel dan Tipe Data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MEMORI PYOBJECT PYTHON</a:t>
            </a:r>
          </a:p>
        </p:txBody>
      </p:sp>
      <p:pic>
        <p:nvPicPr>
          <p:cNvPr id="12" name="Picture 11" descr="arsitektur_memori_pyobject_python.png"/>
          <p:cNvPicPr>
            <a:picLocks noChangeAspect="1"/>
          </p:cNvPicPr>
          <p:nvPr/>
        </p:nvPicPr>
        <p:blipFill>
          <a:blip r:embed="rId2"/>
          <a:stretch>
            <a:fillRect/>
          </a:stretch>
        </p:blipFill>
        <p:spPr>
          <a:xfrm>
            <a:off x="914399" y="2288493"/>
            <a:ext cx="5669280" cy="3195412"/>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model objek data Python: referensi memori, mutabilitas (*mutable* vs *immutable*), dan sistem tipe dinamis.</a:t>
            </a:r>
            <a:br/>
            <a:r>
              <a:t>2. **Menganalisis (C4)** fenomena *aliasing* dan *pass-by-object-reference* yang berpotensi memicu bug logika pada manipulasi larik data.</a:t>
            </a:r>
            <a:br/>
            <a:r>
              <a:t>3. **Menerapkan (C3)** operasi konversi tipe (*type casting*) dan penanganan tipe data numerik presisi tinggi pada data sensor perkebunan.</a:t>
            </a:r>
            <a:br/>
            <a:r>
              <a:t>4. **Mengevaluasi (C4)** efisiensi jejak memori berbagai tipe data bawaan Python menggunakan modul `sys`.</a:t>
            </a:r>
            <a:br/>
            <a:br/>
            <a:r>
              <a:t>### 1.2 Kerangka Hasil Pembelajaran (Outputs, Outcomes, &amp; Impacts)</a:t>
            </a:r>
            <a:br/>
            <a:r>
              <a:t>* **Outputs (Keluaran Berwujud Langsung)**:</a:t>
            </a:r>
            <a:br/>
            <a:r>
              <a:t>  * Mahasiswa menghasilkan skrip pengujian memori tingkat rendah CPython yang menginspeksi identitas objek (`id()`), pencacah referensi (`sys.getrefcount()`), serta ukuran byte fisik (`sys.getsizeof()`) dari berbagai tipe data skalar.</a:t>
            </a:r>
            <a:br/>
            <a:r>
              <a:t>  * Mahasiswa memproduksi modul sanitasi dan konversi tipe data (*type casting*) defensif yang mampu membersihkan deret telemetri iklim mikro perkebunan dari anomali string, angka korup, dan nilai hilang (*missing values / None*).</a:t>
            </a:r>
            <a:br/>
            <a:r>
              <a:t>  * Mahasiswa menyusun pustaka evaluator presisi numerik komparatif yang membandingkan perilaku aritmetika biner IEEE 754 terhadap modul komputasi presisi mutlak `decimal.Decimal` dan toleransi relatif `math.isclose()`.</a:t>
            </a:r>
            <a:br/>
            <a:r>
              <a:t>* **Outcomes (Hasil Capaian &amp; Perubahan Kompetensi)**:</a:t>
            </a:r>
            <a:br/>
            <a:r>
              <a:t>  * Mahasiswa memahami secara mendalam model memori CPython: menyadari bahwa variabel bukanlah "wadah penyimpanan nilai", melainkan label penunjuk referensi (*tag / pointer binding*) menuju struktur `PyObject` di memori Heap.</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Variabel dan Tipe Data: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Variabel dan Tipe Data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