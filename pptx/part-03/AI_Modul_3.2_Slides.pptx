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3.2: Instalasi dan Environment</a:t>
            </a:r>
          </a:p>
          <a:p>
            <a:pPr>
              <a:spcBef>
                <a:spcPts val="1200"/>
              </a:spcBef>
              <a:defRPr sz="1600">
                <a:solidFill>
                  <a:srgbClr val="94A3B8"/>
                </a:solidFill>
              </a:defRPr>
            </a:pPr>
            <a:r>
              <a:t>Bagian 3: Struktur Data dan Bahasa Python untuk AI</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3.2</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Mengidentifikasi (C2) komponen arsitektur lingkungan pengembangan sains data (Anaconda, Miniconda, VS Code, Jupyter Notebook/Lab).</a:t>
            </a:r>
          </a:p>
          <a:p>
            <a:pPr>
              <a:spcAft>
                <a:spcPts val="400"/>
              </a:spcAft>
              <a:defRPr sz="1100">
                <a:solidFill>
                  <a:srgbClr val="334155"/>
                </a:solidFill>
              </a:defRPr>
            </a:pPr>
            <a:r>
              <a:t>•  Menerapkan (C3) pembuatan dan manajemen lingkungan virtual terisolasi (Conda Environment) untuk mencegah konflik dependensi pustaka.</a:t>
            </a:r>
          </a:p>
          <a:p>
            <a:pPr>
              <a:spcAft>
                <a:spcPts val="400"/>
              </a:spcAft>
              <a:defRPr sz="1100">
                <a:solidFill>
                  <a:srgbClr val="334155"/>
                </a:solidFill>
              </a:defRPr>
            </a:pPr>
            <a:r>
              <a:t>•  Mengonfigurasi (C3) VS Code dan Jupyter Kernel terintegrasi dengan linter PEP 8 dan formatter otomatis.</a:t>
            </a:r>
          </a:p>
          <a:p>
            <a:pPr>
              <a:spcAft>
                <a:spcPts val="400"/>
              </a:spcAft>
              <a:defRPr sz="1100">
                <a:solidFill>
                  <a:srgbClr val="334155"/>
                </a:solidFill>
              </a:defRPr>
            </a:pPr>
            <a:r>
              <a:t>•  Mendiagnosis (C4) permasalahan ketidakcocokan versi pustaka Python dan dependensi biner CUDA/C++ pada sistem operasi.</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3.2</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Instalasi dan Environment.</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f(x; theta) = sigma(W cdot x + b)    dengan    min_theta mathcalL(theta) = frac1</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Instalasi dan Environment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3.2</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ISOLASI VIRTUAL ENVIRONMENT</a:t>
            </a:r>
          </a:p>
        </p:txBody>
      </p:sp>
      <p:pic>
        <p:nvPicPr>
          <p:cNvPr id="12" name="Picture 11" descr="arsitektur_isolasi_virtual_environment.png"/>
          <p:cNvPicPr>
            <a:picLocks noChangeAspect="1"/>
          </p:cNvPicPr>
          <p:nvPr/>
        </p:nvPicPr>
        <p:blipFill>
          <a:blip r:embed="rId2"/>
          <a:stretch>
            <a:fillRect/>
          </a:stretch>
        </p:blipFill>
        <p:spPr>
          <a:xfrm>
            <a:off x="914399" y="2288493"/>
            <a:ext cx="5669280" cy="3195412"/>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3.2</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**Mengidentifikasi (C2)** komponen arsitektur lingkungan pengembangan sains data (Anaconda, Miniconda, VS Code, Jupyter Notebook/Lab).</a:t>
            </a:r>
            <a:br/>
            <a:r>
              <a:t>2. **Menerapkan (C3)** pembuatan dan manajemen lingkungan virtual terisolasi (*Conda Environment*) untuk mencegah konflik dependensi pustaka.</a:t>
            </a:r>
            <a:br/>
            <a:r>
              <a:t>3. **Mengonfigurasi (C3)** VS Code dan Jupyter Kernel terintegrasi dengan linter PEP 8 dan formatter otomatis.</a:t>
            </a:r>
            <a:br/>
            <a:r>
              <a:t>4. **Mendiagnosis (C4)** permasalahan ketidakcocokan versi pustaka Python dan dependensi biner CUDA/C++ pada sistem operasi.</a:t>
            </a:r>
            <a:br/>
            <a:br/>
            <a:r>
              <a:t>### 1.2 Kerangka Hasil Pembelajaran (Outputs, Outcomes, &amp; Impacts)</a:t>
            </a:r>
            <a:br/>
            <a:r>
              <a:t>* **Outputs (Keluaran Berwujud Langsung)**:</a:t>
            </a:r>
            <a:br/>
            <a:r>
              <a:t>  * Mahasiswa menghasilkan skrip Python standar (PEP 8 &amp; PEP 484) yang mampu mengaudit apakah program berjalan di dalam lingkungan virtual terisolasi, memeriksa versi paket aktif melalui `importlib.metadata`, dan memvalidasi integritas dependensi.</a:t>
            </a:r>
            <a:br/>
            <a:r>
              <a:t>  * Mahasiswa memproduksi berkas manifest dependensi terstruktur (`requirements.txt` dan `environment.yml`) dengan penguncian versi semantik (*semantic version pinning*) untuk proyek visi komputer perkebunan kelapa sawit.</a:t>
            </a:r>
            <a:br/>
            <a:r>
              <a:t>  * Mahasiswa mengonfigurasi ruang kerja (*workspace*) Visual Studio Code (`.vscode/settings.json`) terintegrasi dengan interpreter virtual khusus, linter, formatter otomatis, dan pendaftaran kernel interaktif pada *Jupyter Notebook/Lab*.</a:t>
            </a:r>
            <a:br/>
            <a:r>
              <a:t>* **Outcomes (Hasil Capaian &amp; Perubahan Kompetensi)**:</a:t>
            </a:r>
            <a:br/>
            <a:r>
              <a:t>  * Mahasiswa menguasai konsep dan praktik isolasi lingkungan komputasi, mampu memilih secara tepat antara modul bawaan `venv` dan manajer lingkungan multi-bahasa `conda`/`mamba` berdasarkan kebutuhan perangkat keras (CPU vs akselerasi GPU CUDA).</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3.2</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Instalasi dan Environment: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3.2</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PART-03 • AI Modul 3.2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3.2</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3.2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Instalasi dan Environment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