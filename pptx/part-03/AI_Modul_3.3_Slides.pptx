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3.3: Sintaks Dasar Python</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aturan indentasi sintaksis Python, kata kunci yang dicadangkan (reserved keywords), dan konvensi penamaan PEP 8.</a:t>
            </a:r>
          </a:p>
          <a:p>
            <a:pPr>
              <a:spcAft>
                <a:spcPts val="400"/>
              </a:spcAft>
              <a:defRPr sz="1100">
                <a:solidFill>
                  <a:srgbClr val="334155"/>
                </a:solidFill>
              </a:defRPr>
            </a:pPr>
            <a:r>
              <a:t>•  Menerapkan (C3) dokumentasi kode yang rigor menggunakan komentar sebaris, komentar multibaris, dan docstrings berstandar ilmiah.</a:t>
            </a:r>
          </a:p>
          <a:p>
            <a:pPr>
              <a:spcAft>
                <a:spcPts val="400"/>
              </a:spcAft>
              <a:defRPr sz="1100">
                <a:solidFill>
                  <a:srgbClr val="334155"/>
                </a:solidFill>
              </a:defRPr>
            </a:pPr>
            <a:r>
              <a:t>•  Menganalisis (C4) kesalahan sintaksis (SyntaxError, IndentationError) pada skrip akuisisi sensor telemetri perkebunan.</a:t>
            </a:r>
          </a:p>
          <a:p>
            <a:pPr>
              <a:spcAft>
                <a:spcPts val="400"/>
              </a:spcAft>
              <a:defRPr sz="1100">
                <a:solidFill>
                  <a:srgbClr val="334155"/>
                </a:solidFill>
              </a:defRPr>
            </a:pPr>
            <a:r>
              <a:t>•  Menyusun (C3) format luaran terminal yang terstruktur menggunakan f-strings dan pemformatan angka desimal presisi.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Sintaks Dasar Python.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Sintaks Dasar Python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SINTAKS DAN INDENTASI PYTHON</a:t>
            </a:r>
          </a:p>
        </p:txBody>
      </p:sp>
      <p:pic>
        <p:nvPicPr>
          <p:cNvPr id="12" name="Picture 11" descr="anatomi_sintaks_dan_indentasi_python.png"/>
          <p:cNvPicPr>
            <a:picLocks noChangeAspect="1"/>
          </p:cNvPicPr>
          <p:nvPr/>
        </p:nvPicPr>
        <p:blipFill>
          <a:blip r:embed="rId2"/>
          <a:stretch>
            <a:fillRect/>
          </a:stretch>
        </p:blipFill>
        <p:spPr>
          <a:xfrm>
            <a:off x="914399" y="2288493"/>
            <a:ext cx="5669280" cy="319541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aturan indentasi sintaksis Python, kata kunci yang dicadangkan (*reserved keywords*), dan konvensi penamaan PEP 8.</a:t>
            </a:r>
            <a:br/>
            <a:r>
              <a:t>2. **Menerapkan (C3)** dokumentasi kode yang rigor menggunakan komentar sebaris, komentar multibaris, dan *docstrings* berstandar ilmiah.</a:t>
            </a:r>
            <a:br/>
            <a:r>
              <a:t>3. **Menganalisis (C4)** kesalahan sintaksis (*SyntaxError*, *IndentationError*) pada skrip akuisisi sensor telemetri perkebunan.</a:t>
            </a:r>
            <a:br/>
            <a:r>
              <a:t>4. **Menyusun (C3)** format luaran terminal yang terstruktur menggunakan f-strings dan pemformatan angka desimal presisi.</a:t>
            </a:r>
            <a:br/>
            <a:br/>
            <a:r>
              <a:t>### 1.2 Kerangka Hasil Pembelajaran (Outputs, Outcomes, &amp; Impacts)</a:t>
            </a:r>
            <a:br/>
            <a:r>
              <a:t>* **Outputs (Keluaran Berwujud Langsung)**:</a:t>
            </a:r>
            <a:br/>
            <a:r>
              <a:t>  * Mahasiswa menghasilkan skrip pemindai aliran token menggunakan modul bawaan `tokenize` dan validator keabsahan pengenal (*identifiers*) berdasarkan aturan gramatikal Python.</a:t>
            </a:r>
            <a:br/>
            <a:r>
              <a:t>  * Mahasiswa memproduksi modul komputasi neraca air lahan dan evapotranspirasi perkebunan kelapa sawit yang mematuhi 100% kaidah penulisan kode bersih PEP 8, anotasi tipe PEP 484, dan dokumentasi format Google Style PEP 257.</a:t>
            </a:r>
            <a:br/>
            <a:r>
              <a:t>  * Mahasiswa mengonstruksi modul pemeriksa kualitas kode mandiri (*linter checker*) yang mampu mendeteksi pelanggaran panjang baris maksimal (79/88 karakter), spasi trailing yang tidak perlu, serta kesalahan pencampuran tabulasi.</a:t>
            </a:r>
            <a:br/>
            <a:r>
              <a:t>* **Outcomes (Hasil Capaian &amp; Perubahan Kompetensi)**:</a:t>
            </a:r>
            <a:br/>
            <a:r>
              <a:t>  * Mahasiswa memahami struktur internal penganalisis leksikal (*lexer*) CPython, termasuk cara kerja tumpukan indentasi (*indentation stack*) dalam membangkitkan token `INDENT` dan `DEDENT` yang mengeliminasi ambiguitas struktural percabangan.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Sintaks Dasar Python: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Sintaks Dasar Python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