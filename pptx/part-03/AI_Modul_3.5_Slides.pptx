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3.5: Struktur Kontrol</a:t>
            </a:r>
          </a:p>
          <a:p>
            <a:pPr>
              <a:spcBef>
                <a:spcPts val="1200"/>
              </a:spcBef>
              <a:defRPr sz="1600">
                <a:solidFill>
                  <a:srgbClr val="94A3B8"/>
                </a:solidFill>
              </a:defRPr>
            </a:pPr>
            <a:r>
              <a:t>Bagian 3: Struktur Data dan Bahasa Python untuk AI</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3.5</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Menguraikan (C2) sintaksis idiomatis percabangan bersarang dan perulangan berbasis iterator (`for`, `while`, `else` pada loop).</a:t>
            </a:r>
          </a:p>
          <a:p>
            <a:pPr>
              <a:spcAft>
                <a:spcPts val="400"/>
              </a:spcAft>
              <a:defRPr sz="1100">
                <a:solidFill>
                  <a:srgbClr val="334155"/>
                </a:solidFill>
              </a:defRPr>
            </a:pPr>
            <a:r>
              <a:t>•  Menerapkan (C3) teknik pemrosesan batch data citra menggunakan fungsi pembantu iterasi (`enumerate`, `zip`, `reversed`).</a:t>
            </a:r>
          </a:p>
          <a:p>
            <a:pPr>
              <a:spcAft>
                <a:spcPts val="400"/>
              </a:spcAft>
              <a:defRPr sz="1100">
                <a:solidFill>
                  <a:srgbClr val="334155"/>
                </a:solidFill>
              </a:defRPr>
            </a:pPr>
            <a:r>
              <a:t>•  Menganalisis (C4) efisiensi pernyataan interupsi loop (`break`, `continue`, `pass`) dalam pengendalian aliran algoritma optimasi.</a:t>
            </a:r>
          </a:p>
          <a:p>
            <a:pPr>
              <a:spcAft>
                <a:spcPts val="400"/>
              </a:spcAft>
              <a:defRPr sz="1100">
                <a:solidFill>
                  <a:srgbClr val="334155"/>
                </a:solidFill>
              </a:defRPr>
            </a:pPr>
            <a:r>
              <a:t>•  Merancang (C3) logika filter peringatan dini cuaca ekstrem perkebunan berbasis struktur kontrol multi-kondisi.</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3.5</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Struktur Kontrol.</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f(x; theta) = sigma(W cdot x + b)    dengan    min_theta mathcalL(theta) = frac1</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Struktur Kontrol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3.5</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STRUCTURAL PATTERN MATCHING SAWIT</a:t>
            </a:r>
          </a:p>
        </p:txBody>
      </p:sp>
      <p:pic>
        <p:nvPicPr>
          <p:cNvPr id="12" name="Picture 11" descr="arsitektur_structural_pattern_matching_sawit.png"/>
          <p:cNvPicPr>
            <a:picLocks noChangeAspect="1"/>
          </p:cNvPicPr>
          <p:nvPr/>
        </p:nvPicPr>
        <p:blipFill>
          <a:blip r:embed="rId2"/>
          <a:stretch>
            <a:fillRect/>
          </a:stretch>
        </p:blipFill>
        <p:spPr>
          <a:xfrm>
            <a:off x="914399" y="2288493"/>
            <a:ext cx="5669280" cy="3195412"/>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3.5</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**Menguraikan (C2)** sintaksis idiomatis percabangan bersarang dan perulangan berbasis iterator (`for`, `while`, `else` pada loop).</a:t>
            </a:r>
            <a:br/>
            <a:r>
              <a:t>2. **Menerapkan (C3)** teknik pemrosesan batch data citra menggunakan fungsi pembantu iterasi (`enumerate`, `zip`, `reversed`).</a:t>
            </a:r>
            <a:br/>
            <a:r>
              <a:t>3. **Menganalisis (C4)** efisiensi pernyataan interupsi loop (`break`, `continue`, `pass`) dalam pengendalian aliran algoritma optimasi.</a:t>
            </a:r>
            <a:br/>
            <a:r>
              <a:t>4. **Merancang (C3)** logika filter peringatan dini cuaca ekstrem perkebunan berbasis struktur kontrol multi-kondisi.</a:t>
            </a:r>
            <a:br/>
            <a:br/>
            <a:r>
              <a:t>### 1.2 Kerangka Hasil Pembelajaran (Outputs, Outcomes, &amp; Impacts)</a:t>
            </a:r>
            <a:br/>
            <a:r>
              <a:t>* **Outputs (Keluaran Berwujud Langsung)**:</a:t>
            </a:r>
            <a:br/>
            <a:r>
              <a:t>  * Mahasiswa menghasilkan mesin keputusan sortasi mutu fraksi TBS kelapa sawit berbasis fitur modern Python 3.10+ *Structural Pattern Matching* (`match-case`) yang teranotasi tipe ketat (PEP 484).</a:t>
            </a:r>
            <a:br/>
            <a:r>
              <a:t>  * Mahasiswa memproduksi skrip audit anomali telemetri sensorik perkebunan yang memanfaatkan keanggunan semantik klausa `for-else` tanpa memerlukan variabel bendera (*flag variables*).</a:t>
            </a:r>
            <a:br/>
            <a:r>
              <a:t>  * Mahasiswa mengonstruksi simulator penjadwalan irigasi multi-blok terotomasi yang menerapkan pola klausa penjaga (*guard clauses pattern*) dan generator rentang malas (*lazy sequence evaluation*).</a:t>
            </a:r>
            <a:br/>
            <a:r>
              <a:t>* **Outcomes (Hasil Capaian &amp; Perubahan Kompetensi)**:</a:t>
            </a:r>
            <a:br/>
            <a:r>
              <a:t>  * Mahasiswa menguasai arsitektur *Structural Pattern Matching* (PEP 634/635/636): mampu membedakan pencocokan pola struktural yang mendekonstruksi objek data dari sekadar percabangan nilai skalar `switch-case` konvensional.</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3.5</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Struktur Kontrol: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3.5</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3.5</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3.5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Struktur Kontrol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