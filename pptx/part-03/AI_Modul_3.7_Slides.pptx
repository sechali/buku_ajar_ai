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3.7: Struktur Data Lanjut</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paradigma pemrograman fungsional Python: fungsi tingkat tinggi (first-class functions), fungsi anonim lambda, `map()`, dan `filter()`.</a:t>
            </a:r>
          </a:p>
          <a:p>
            <a:pPr>
              <a:spcAft>
                <a:spcPts val="400"/>
              </a:spcAft>
              <a:defRPr sz="1100">
                <a:solidFill>
                  <a:srgbClr val="334155"/>
                </a:solidFill>
              </a:defRPr>
            </a:pPr>
            <a:r>
              <a:t>•  Menerapkan (C3) sintaks idiomatis List Comprehension, Dict Comprehension, dan ekspresi Generator untuk ekstraksi fitur citra kebun.</a:t>
            </a:r>
          </a:p>
          <a:p>
            <a:pPr>
              <a:spcAft>
                <a:spcPts val="400"/>
              </a:spcAft>
              <a:defRPr sz="1100">
                <a:solidFill>
                  <a:srgbClr val="334155"/>
                </a:solidFill>
              </a:defRPr>
            </a:pPr>
            <a:r>
              <a:t>•  Menganalisis (C4) perbandingan konsumsi memori dan latensi antara komprehensi berbasis eager-evaluation versus generator lazy-evaluation.</a:t>
            </a:r>
          </a:p>
          <a:p>
            <a:pPr>
              <a:spcAft>
                <a:spcPts val="400"/>
              </a:spcAft>
              <a:defRPr sz="1100">
                <a:solidFill>
                  <a:srgbClr val="334155"/>
                </a:solidFill>
              </a:defRPr>
            </a:pPr>
            <a:r>
              <a:t>•  Mengevaluasi (C4) efisiensi pemrosesan data tabular sensor tanah menggunakan koleksi modul `collections` (`namedtuple`, `defaultdict`, `Counter`).</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Struktur Data Lanjut.</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new_allocated = newsize + (newsize gg 3) + (newsize &lt; 9  ?  3 : 6)</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Struktur Data Lanjut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MEMORI LIST VS TUPLE</a:t>
            </a:r>
          </a:p>
        </p:txBody>
      </p:sp>
      <p:pic>
        <p:nvPicPr>
          <p:cNvPr id="12" name="Picture 11" descr="arsitektur_memori_list_vs_tuple.png"/>
          <p:cNvPicPr>
            <a:picLocks noChangeAspect="1"/>
          </p:cNvPicPr>
          <p:nvPr/>
        </p:nvPicPr>
        <p:blipFill>
          <a:blip r:embed="rId2"/>
          <a:stretch>
            <a:fillRect/>
          </a:stretch>
        </p:blipFill>
        <p:spPr>
          <a:xfrm>
            <a:off x="914399" y="2351853"/>
            <a:ext cx="5669280" cy="306869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paradigma pemrograman fungsional Python: fungsi tingkat tinggi (*first-class functions*), fungsi anonim *lambda*, `map()`, dan `filter()`.</a:t>
            </a:r>
            <a:br/>
            <a:r>
              <a:t>2. **Menerapkan (C3)** sintaks idiomatis *List Comprehension*, *Dict Comprehension*, dan ekspresi *Generator* untuk ekstraksi fitur citra kebun.</a:t>
            </a:r>
            <a:br/>
            <a:r>
              <a:t>3. **Menganalisis (C4)** perbandingan konsumsi memori dan latensi antara komprehensi berbasis eager-evaluation versus generator lazy-evaluation.</a:t>
            </a:r>
            <a:br/>
            <a:r>
              <a:t>4. **Mengevaluasi (C4)** efisiensi pemrosesan data tabular sensor tanah menggunakan koleksi modul `collections` (`namedtuple`, `defaultdict`, `Counter`).</a:t>
            </a:r>
            <a:br/>
            <a:br/>
            <a:r>
              <a:t>### 1.2 Kerangka Hasil Pembelajaran (Outputs, Outcomes, &amp; Impacts)</a:t>
            </a:r>
            <a:br/>
            <a:r>
              <a:t>* **Outputs (Keluaran Berwujud Langsung)**:</a:t>
            </a:r>
            <a:br/>
            <a:r>
              <a:t>  * Mahasiswa menghasilkan mesin pengolahan data sensus spasial pohon kelapa sawit berkapasitas puluhan ribu titik pohon yang memadukan efisiensi memori `collections.namedtuple` dan kecepatan pengindeksan koordinat $\mathcal{O}(1)$ berbasis `dict`.</a:t>
            </a:r>
            <a:br/>
            <a:r>
              <a:t>  * Mahasiswa memproduksi simulator antrean penimbangan dan perebusan lori kelapa sawit di stasiun *loading ramp* menggunakan antrean berujung ganda `collections.deque` yang menjamin latensi penyisipan dan pengeluaran $\mathcal{O}(1)$.</a:t>
            </a:r>
            <a:br/>
            <a:r>
              <a:t>  * Mahasiswa mengonstruksi modul analitika agronomis yang menerapkan agregasi frekuensi hama via `collections.Counter`, pengelompokan afdeling via `collections.defaultdict`, serta transformasi data satu baris via *Set &amp; Dict Comprehensions*.</a:t>
            </a:r>
            <a:br/>
            <a:r>
              <a:t>* **Outcomes (Hasil Capaian &amp; Perubahan Kompetensi)**:</a:t>
            </a:r>
            <a:br/>
            <a:r>
              <a:t>  * Mahasiswa menguasai arsitektur fisik memori CPython: mampu membedakan larik dinamis beralokasi lebih (*over-allocated dynamic array*) pada `list` dari alokasi kompak imutabel pada `tuple`.</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Struktur Data Lanjut: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3.7</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3.7</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3.7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Struktur Data Lanjut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