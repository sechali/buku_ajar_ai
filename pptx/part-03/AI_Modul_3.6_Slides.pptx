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3.6: Fungsi dan Modularisasi</a:t>
            </a:r>
          </a:p>
          <a:p>
            <a:pPr>
              <a:spcBef>
                <a:spcPts val="1200"/>
              </a:spcBef>
              <a:defRPr sz="1600">
                <a:solidFill>
                  <a:srgbClr val="94A3B8"/>
                </a:solidFill>
              </a:defRPr>
            </a:pPr>
            <a:r>
              <a:t>Bagian 3: Struktur Data dan Bahasa Python untuk AI</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3.6</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Menguraikan (C2) anatomi fungsi Python, aturan pelingkupan variabel LEGB, dan siklus hidup objek pada stack frame.</a:t>
            </a:r>
          </a:p>
          <a:p>
            <a:pPr>
              <a:spcAft>
                <a:spcPts val="400"/>
              </a:spcAft>
              <a:defRPr sz="1100">
                <a:solidFill>
                  <a:srgbClr val="334155"/>
                </a:solidFill>
              </a:defRPr>
            </a:pPr>
            <a:r>
              <a:t>•  Menerapkan (C3) fleksibilitas parameter (positional, keyword-only, `args`, `kwargs`) untuk membangun fungsi transformasi data yang adaptif.</a:t>
            </a:r>
          </a:p>
          <a:p>
            <a:pPr>
              <a:spcAft>
                <a:spcPts val="400"/>
              </a:spcAft>
              <a:defRPr sz="1100">
                <a:solidFill>
                  <a:srgbClr val="334155"/>
                </a:solidFill>
              </a:defRPr>
            </a:pPr>
            <a:r>
              <a:t>•  Merancang (C3) modul dan paket mandiri dengan struktur direktori `__init__.py` untuk pemrosesan citra UAV kebun.</a:t>
            </a:r>
          </a:p>
          <a:p>
            <a:pPr>
              <a:spcAft>
                <a:spcPts val="400"/>
              </a:spcAft>
              <a:defRPr sz="1100">
                <a:solidFill>
                  <a:srgbClr val="334155"/>
                </a:solidFill>
              </a:defRPr>
            </a:pPr>
            <a:r>
              <a:t>•  Mengevaluasi (C4) keterbacaan dan pemeliharaan kode fungsional melalui penerapan anotasi tipe (Type Hints / PEP 484).</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3.6</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Fungsi dan Modularisasi.</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f(x; theta) = sigma(W cdot x + b)    dengan    min_theta mathcalL(theta) = frac1</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Fungsi dan Modularisasi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3.6</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ARSITEKTUR RUANG LINGKUP LEGB PYTHON</a:t>
            </a:r>
          </a:p>
        </p:txBody>
      </p:sp>
      <p:pic>
        <p:nvPicPr>
          <p:cNvPr id="12" name="Picture 11" descr="arsitektur_ruang_lingkup_legb_python.png"/>
          <p:cNvPicPr>
            <a:picLocks noChangeAspect="1"/>
          </p:cNvPicPr>
          <p:nvPr/>
        </p:nvPicPr>
        <p:blipFill>
          <a:blip r:embed="rId2"/>
          <a:stretch>
            <a:fillRect/>
          </a:stretch>
        </p:blipFill>
        <p:spPr>
          <a:xfrm>
            <a:off x="914399" y="2196869"/>
            <a:ext cx="5669280" cy="3378661"/>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3.6</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2. **Pengendalian Wildcard Import (`from package import *`):**  </a:t>
            </a:r>
            <a:br/>
            <a:r>
              <a:t>   Daftar string di dalam `__all__` membatasi simbol apa saja yang diekspor saat pengguna menjalankan `from modul import *`, mencegah polusi ruang lingkup global (*namespace pollution*).</a:t>
            </a:r>
            <a:br/>
            <a:br/>
            <a:r>
              <a:t>---</a:t>
            </a:r>
            <a:br/>
            <a:br/>
            <a:r>
              <a:t>## 7. Implementasi Kasus Nyata: Engine Kalibrasi Citra Multiband Kanopi Sawit</a:t>
            </a:r>
            <a:br/>
            <a:br/>
            <a:r>
              <a:t>Di bawah ini adalah implementasi sistem modular pengolahan indeks vegetasi spektroskopi kelapa sawit skala industri. Sistem ini menggabungkan dekorator audit latensi, validasi domain rentang spektral, parameter posisional murni (`/`), dan parameter kata kunci murni (`*`):</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3.6</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Fungsi dan Modularisasi: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3.6</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3.6</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3.6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Fungsi dan Modularisasi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