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7.9: Principal Component Analysis (PCA)</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7.9</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dasar reduksi dimensi linier tanpa pengawas (unsupervised dimensionality reduction), konsep proyeksi ortogonal varians maksimal, dekomposisi nilai eigen (eigenvalue decomposition) matriks kovarians, serta formulasi Dekomposisi Nilai Singular (Singular Value Decomposition / SVD).</a:t>
            </a:r>
          </a:p>
          <a:p>
            <a:pPr>
              <a:spcAft>
                <a:spcPts val="400"/>
              </a:spcAft>
              <a:defRPr sz="1100">
                <a:solidFill>
                  <a:srgbClr val="334155"/>
                </a:solidFill>
              </a:defRPr>
            </a:pPr>
            <a:r>
              <a:t>•  Menerapkan (C3) pustaka Scikit-Learn (`PCA` dan `StandardScaler`) untuk memadatkan data penginderaan jauh (remote sensing) multi-spektral kanopi kelapa sawit dan data kimia tanah dari ruang berdimensi tinggi menjadi 2 atau 3 Komponen Utama (Principal Components).</a:t>
            </a:r>
          </a:p>
          <a:p>
            <a:pPr>
              <a:spcAft>
                <a:spcPts val="400"/>
              </a:spcAft>
              <a:defRPr sz="1100">
                <a:solidFill>
                  <a:srgbClr val="334155"/>
                </a:solidFill>
              </a:defRPr>
            </a:pPr>
            <a:r>
              <a:t>•  Menganalisis (C4) proporsi varians terjelaskan melalui Scree Plot dan Explained Variance Ratio (EVR), menginterpretasikan arah korelasi variabel agronomi melalui grafik Biplot dan Factor Loadings, serta mengevaluasi trade-off antara kompresi penyimpanan data dan retensi informasi biologis tanaman.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7.9</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Principal Component Analysis (PCA).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mathbfSigma = frac1N - 1 mathbfX^T mathbfX</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Principal Component Analysis (PCA)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7.9</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PCA ROTASI SUMBU DAN VEKTOR EIGEN</a:t>
            </a:r>
          </a:p>
        </p:txBody>
      </p:sp>
      <p:pic>
        <p:nvPicPr>
          <p:cNvPr id="12" name="Picture 11" descr="anatomi_pca_rotasi_sumbu_dan_vektor_eigen.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7.9</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dasar reduksi dimensi linier tanpa pengawas (*unsupervised dimensionality reduction*), konsep proyeksi ortogonal varians maksimal, dekomposisi nilai eigen (*eigenvalue decomposition*) matriks kovarians, serta formulasi Dekomposisi Nilai Singular (*Singular Value Decomposition* / SVD).</a:t>
            </a:r>
            <a:br/>
            <a:r>
              <a:t>2. **Menerapkan (C3)** pustaka Scikit-Learn (`PCA` dan `StandardScaler`) untuk memadatkan data penginderaan jauh (*remote sensing*) multi-spektral kanopi kelapa sawit dan data kimia tanah dari ruang berdimensi tinggi menjadi 2 atau 3 Komponen Utama (*Principal Components*).</a:t>
            </a:r>
            <a:br/>
            <a:r>
              <a:t>3. **Menganalisis (C4)** proporsi varians terjelaskan melalui *Scree Plot* dan *Explained Variance Ratio* (EVR), menginterpretasikan arah korelasi variabel agronomi melalui grafik *Biplot* dan *Factor Loadings*, serta mengevaluasi trade-off antara kompresi penyimpanan data dan retensi informasi biologis tanaman.</a:t>
            </a:r>
            <a:br/>
            <a:br/>
            <a:r>
              <a:t>### 1.2 Kerangka Hasil Pembelajaran (Outputs, Outcomes, &amp; Impacts)</a:t>
            </a:r>
            <a:br/>
            <a:r>
              <a:t>* **Outputs (Keluaran Langsung)**:</a:t>
            </a:r>
            <a:br/>
            <a:r>
              <a:t>  * Penguasaan formulasi analitik persamaan karakteristik nilai eigen $\mathbf{\Sigma}\mathbf{u} = \lambda\mathbf{u}$, maksimasi varians proyeksi $\mathbf{u}^T \mathbf{\Sigma} \mathbf{u}$, rasio varians kumulatif, dan galat rekonstruksi residual.</a:t>
            </a:r>
            <a:br/>
            <a:r>
              <a:t>  * Skrip Python berstandar PEP 8 untuk pipeline reduksi dimensi otomatis, pembangkitan kurva Scree Plot, serta visualisasi sebaran biplot 2D/3D interaktif.</a:t>
            </a:r>
            <a:br/>
            <a:r>
              <a:t>  * Peta komposit komponen utama (*PCA Orthomosaic*) untuk pemantauan cekaman air dan hara tanaman sawit.</a:t>
            </a:r>
            <a:br/>
            <a:r>
              <a:t>* **Outcomes (Kompetensi Aplikatif)**:</a:t>
            </a:r>
            <a:br/>
            <a:r>
              <a:t>  * Keahlian mereduksi ratusan pita spektral instrumen perkebunan modern (drone multispektral atau citra satelit Sentinel-2) menjadi variabel ringkas yang bebas dari multikolinieritas (*de-correlated features*).</a:t>
            </a:r>
            <a:br/>
            <a:r>
              <a:t>  * Kemampuan menyajikan visualisasi data agronomi berdimensi banyak dalam bidang 2D yang intuitif dan mudah dipahami oleh jajaran direksi perkebunan.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7.9</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Principal Component Analysis (PCA):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7.9</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7.9</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7.9</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7.9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Principal Component Analysis (PCA)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