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7.7: Support Vector Machine (SVM)</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geometris hiperbidang pemisah (separating hyperplane), penurunan analitik lebar margin maksimal M = 2/\|\mathbf{w}\|, formulasi optimasi kuadratik konveks hard/soft margin, kondisi Karush-Kuhn-Tucker (KKT), serta fungsi pemetaan non-linier melalui Teorema Mercer (Kernel Trick).</a:t>
            </a:r>
          </a:p>
          <a:p>
            <a:pPr>
              <a:spcAft>
                <a:spcPts val="400"/>
              </a:spcAft>
              <a:defRPr sz="1100">
                <a:solidFill>
                  <a:srgbClr val="334155"/>
                </a:solidFill>
              </a:defRPr>
            </a:pPr>
            <a:r>
              <a:t>•  Menerapkan (C3) pustaka Scikit-Learn (`SVC`) yang diintegrasikan dalam pipeline baku (`StandardScaler`) untuk memproses sinyal reflektansi spektroskopi inframerah dekat (Near-Infrared / NIR) guna mengklasifikasikan kemurnian minyak kelapa sawit mentah (Crude Palm Oil / CPO).</a:t>
            </a:r>
          </a:p>
          <a:p>
            <a:pPr>
              <a:spcAft>
                <a:spcPts val="400"/>
              </a:spcAft>
              <a:defRPr sz="1100">
                <a:solidFill>
                  <a:srgbClr val="334155"/>
                </a:solidFill>
              </a:defRPr>
            </a:pPr>
            <a:r>
              <a:t>•  Menganalisis (C4) interaksi hyperparameter penalti kesalahan C dan lebar jangkauan kernel gamma (\gamma), mendiagnosis pergeseran vektor pendukung (support vectors), serta mengevaluasi trade-off antara kekakuan batas keputusan dan kemampuan generalisasi data lapangan.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Support Vector Machine (SVM).</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mathbfw^T mathbfx + b = 0</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Support Vector Machine (SVM)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SVM MARGIN DAN SUPPORT VECTORS</a:t>
            </a:r>
          </a:p>
        </p:txBody>
      </p:sp>
      <p:pic>
        <p:nvPicPr>
          <p:cNvPr id="12" name="Picture 11" descr="anatomi_svm_margin_dan_support_vectors.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geometris hiperbidang pemisah (*separating hyperplane*), penurunan analitik lebar margin maksimal $M = 2/\|\mathbf{w}\|$, formulasi optimasi kuadratik konveks *hard/soft margin*, kondisi Karush-Kuhn-Tucker (KKT), serta fungsi pemetaan non-linier melalui Teorema Mercer (*Kernel Trick*).</a:t>
            </a:r>
            <a:br/>
            <a:r>
              <a:t>2. **Menerapkan (C3)** pustaka Scikit-Learn (`SVC`) yang diintegrasikan dalam *pipeline* baku (`StandardScaler`) untuk memproses sinyal reflektansi spektroskopi inframerah dekat (*Near-Infrared / NIR*) guna mengklasifikasikan kemurnian minyak kelapa sawit mentah (*Crude Palm Oil* / CPO).</a:t>
            </a:r>
            <a:br/>
            <a:r>
              <a:t>3. **Menganalisis (C4)** interaksi hyperparameter penalti kesalahan $C$ dan lebar jangkauan kernel gamma ($\gamma$), mendiagnosis pergeseran vektor pendukung (*support vectors*), serta mengevaluasi trade-off antara kekakuan batas keputusan dan kemampuan generalisasi data lapangan.</a:t>
            </a:r>
            <a:br/>
            <a:br/>
            <a:r>
              <a:t>### 1.2 Kerangka Hasil Pembelajaran (Outputs, Outcomes, &amp; Impacts)</a:t>
            </a:r>
            <a:br/>
            <a:r>
              <a:t>* **Outputs (Keluaran Langsung)**:</a:t>
            </a:r>
            <a:br/>
            <a:r>
              <a:t>  * Pemahaman mendalam mengenai formulasi Lagrangian Primal dan Dual SVM, kondisi komplementer KKT, fungsi kernel RBF $K(\mathbf{x}_i, \mathbf{x}_j) = \exp(-\gamma \|\mathbf{x}_i - \mathbf{x}_j\|^2)$, dan mekanisme variabel kelonggaran $\xi_i$.</a:t>
            </a:r>
            <a:br/>
            <a:r>
              <a:t>  * Skrip Python berstandar PEP 8 untuk konstruksi model SVM berkinerja tinggi, visualisasi kontur batas keputusan 2D, dan ekstraksi vektor pendukung kritis.</a:t>
            </a:r>
            <a:br/>
            <a:r>
              <a:t>  * Laporan komparasi kinerja klasifikasi antara Kernel Linier, Polinomial, dan RBF pada data agro-industri kompleks berdimensi tinggi.</a:t>
            </a:r>
            <a:br/>
            <a:r>
              <a:t>* **Outcomes (Kompetensi Aplikatif)**:</a:t>
            </a:r>
            <a:br/>
            <a:r>
              <a:t>  * Kemampuan membangun sistem autentikasi mutu komoditas perkebunan berskala industri yang kebal terhadap kendala optimum lokal (*free from local minima*).</a:t>
            </a:r>
            <a:br/>
            <a:r>
              <a:t>  * Keahlian dalam memproses data instrumen analitik modern (seperti kromatografi gas, spektrometer NIR, atau citra hiperspektral) yang memiliki jumlah variabel jauh lebih banyak daripada jumlah sampel ($p \gg 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Support Vector Machine (SVM):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Support Vector Machine (SVM)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