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7.5: Random Forest</a:t>
            </a:r>
          </a:p>
          <a:p>
            <a:pPr>
              <a:spcBef>
                <a:spcPts val="1200"/>
              </a:spcBef>
              <a:defRPr sz="1600">
                <a:solidFill>
                  <a:srgbClr val="94A3B8"/>
                </a:solidFill>
              </a:defRPr>
            </a:pPr>
            <a:r>
              <a:t>Bagian 7: Machine Learning - Konsep dan Algoritma Klasik</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7.5</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dasar pembelajaran ansambel (ensemble learning), teorema agregasi bagging (Bootstrap Aggregating), konsep limit matematis sampel out-of-bag (OOB), serta mekanisme pengacakan fitur (random subspace method).</a:t>
            </a:r>
          </a:p>
          <a:p>
            <a:pPr>
              <a:spcAft>
                <a:spcPts val="400"/>
              </a:spcAft>
              <a:defRPr sz="1100">
                <a:solidFill>
                  <a:srgbClr val="334155"/>
                </a:solidFill>
              </a:defRPr>
            </a:pPr>
            <a:r>
              <a:t>•  Menerapkan (C3) pustaka Scikit-Learn (`RandomForestClassifier` dan `RandomForestRegressor`) untuk memodelkan klasifikasi mutu Tandan Buah Segar (TBS) dan memprediksi rendemen ekstraksi minyak kelapa sawit (Oil Extraction Rate / OER) dengan validasi internal OOB.</a:t>
            </a:r>
          </a:p>
          <a:p>
            <a:pPr>
              <a:spcAft>
                <a:spcPts val="400"/>
              </a:spcAft>
              <a:defRPr sz="1100">
                <a:solidFill>
                  <a:srgbClr val="334155"/>
                </a:solidFill>
              </a:defRPr>
            </a:pPr>
            <a:r>
              <a:t>•  Menganalisis (C4) signifikansi kontribusi variabel agronomi melalui Mean Decrease in Impurity (MDI) dan Permutation Importance, mendiagnosis konvergensi jumlah estimator, serta mengevaluasi trade-off antara reduksi varians dan latensi komputasi inferensi di lapangan.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7.5</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Random Forest.</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P_ansambel = sum_k=lfloor B/2 rfloor + 1^B binomBk p^k (1 - p)^B - k</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Random Forest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7.5</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ENSEMBLE RANDOM FOREST DAN BAGGING</a:t>
            </a:r>
          </a:p>
        </p:txBody>
      </p:sp>
      <p:pic>
        <p:nvPicPr>
          <p:cNvPr id="12" name="Picture 11" descr="arsitektur_ensemble_random_forest_dan_bagging.png"/>
          <p:cNvPicPr>
            <a:picLocks noChangeAspect="1"/>
          </p:cNvPicPr>
          <p:nvPr/>
        </p:nvPicPr>
        <p:blipFill>
          <a:blip r:embed="rId2"/>
          <a:stretch>
            <a:fillRect/>
          </a:stretch>
        </p:blipFill>
        <p:spPr>
          <a:xfrm>
            <a:off x="914399" y="2646045"/>
            <a:ext cx="5669280" cy="248031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7.5</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dasar pembelajaran ansambel (*ensemble learning*), teorema agregasi *bagging* (Bootstrap Aggregating), konsep limit matematis sampel *out-of-bag* (OOB), serta mekanisme pengacakan fitur (*random subspace method*).</a:t>
            </a:r>
            <a:br/>
            <a:r>
              <a:t>2. **Menerapkan (C3)** pustaka Scikit-Learn (`RandomForestClassifier` dan `RandomForestRegressor`) untuk memodelkan klasifikasi mutu Tandan Buah Segar (TBS) dan memprediksi rendemen ekstraksi minyak kelapa sawit (*Oil Extraction Rate* / OER) dengan validasi internal OOB.</a:t>
            </a:r>
            <a:br/>
            <a:r>
              <a:t>3. **Menganalisis (C4)** signifikansi kontribusi variabel agronomi melalui *Mean Decrease in Impurity* (MDI) dan *Permutation Importance*, mendiagnosis konvergensi jumlah estimator, serta mengevaluasi trade-off antara reduksi varians dan latensi komputasi inferensi di lapangan.</a:t>
            </a:r>
            <a:br/>
            <a:br/>
            <a:r>
              <a:t>### 1.2 Kerangka Hasil Pembelajaran (Outputs, Outcomes, &amp; Impacts)</a:t>
            </a:r>
            <a:br/>
            <a:r>
              <a:t>* **Outputs (Keluaran Langsung)**:</a:t>
            </a:r>
            <a:br/>
            <a:r>
              <a:t>  * Pemahaman mendalam mengenai formulasi analitik Teorema Juri Condorcet, reduksi varians model agregat $\text{Var}(\bar{X}) = \rho \sigma^2 + \frac{1-\rho}{B}\sigma^2$, pembuktian limit $1/e \approx 36.8\%$, dan metrik MDI.</a:t>
            </a:r>
            <a:br/>
            <a:r>
              <a:t>  * Skrip Python berstandar PEP 8 untuk konstruksi model Random Forest teroptimasi, komputasi evaluasi OOB, serta visualisasi grafik *feature importance*.</a:t>
            </a:r>
            <a:br/>
            <a:r>
              <a:t>  * Laporan komparasi stabilitas dan akurasi antara pohon tunggal (*Decision Tree*) versus hutan acak (*Random Forest*).</a:t>
            </a:r>
            <a:br/>
            <a:r>
              <a:t>* **Outcomes (Kompetensi Aplikatif)**:</a:t>
            </a:r>
            <a:br/>
            <a:r>
              <a:t>  * Kemampuan membangun model prediktif perkebunan berkinerja tinggi yang tangguh terhadap derau sensor (*noise-tolerant*) tanpa memerlukan proses pemangkasan manual yang melelahkan.</a:t>
            </a:r>
            <a:br/>
            <a:r>
              <a:t>  * Keahlian dalam memanfaatkan validasi internal OOB untuk menghemat siklus komputasi validasi silang pada dataset agro-industri berukuran masif.</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7.5</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Random Forest: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7.5</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7.5</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7.5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Random Forest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