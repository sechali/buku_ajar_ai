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7.2: Logistic Regression</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matematis fungsi aktivasi Sigmoid, konsep peluang (probability), rasio kemunculan (odds), dan transformasi logit dalam memetakan kombinasi linier ke rentang probabilitas tertutup [0, 1].</a:t>
            </a:r>
          </a:p>
          <a:p>
            <a:pPr>
              <a:spcAft>
                <a:spcPts val="400"/>
              </a:spcAft>
              <a:defRPr sz="1100">
                <a:solidFill>
                  <a:srgbClr val="334155"/>
                </a:solidFill>
              </a:defRPr>
            </a:pPr>
            <a:r>
              <a:t>•  Menerapkan (C3) pemodelan regresi logistik biner menggunakan Scikit-Learn dan formulasi matematis murni (NumPy) untuk mengklasifikasikan mutu minyak sawit mentah (Crude Palm Oil / CPO) dan sortasi kelayakan Tandan Buah Segar (TBS) di Pabrik Kelapa Sawit (PKS).</a:t>
            </a:r>
          </a:p>
          <a:p>
            <a:pPr>
              <a:spcAft>
                <a:spcPts val="400"/>
              </a:spcAft>
              <a:defRPr sz="1100">
                <a:solidFill>
                  <a:srgbClr val="334155"/>
                </a:solidFill>
              </a:defRPr>
            </a:pPr>
            <a:r>
              <a:t>•  Menganalisis (C4) fungsi rugi Binary Cross-Entropy (Log Loss) melalui estimasi Maximum Likelihood Estimation (MLE), melakukan penyetelan ambang batas keputusan (decision threshold tuning) berbasis matriks biaya kesalahan, serta mengevaluasi daya pemisah model melalui kurva ROC-AUC.</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Logistic Regression.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p(mathbfx) = P(y = 1 mid mathbfx)</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Logistic Regression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FUNGSI SIGMOID DAN DECISION BOUNDARY</a:t>
            </a:r>
          </a:p>
        </p:txBody>
      </p:sp>
      <p:pic>
        <p:nvPicPr>
          <p:cNvPr id="12" name="Picture 11" descr="anatomi_fungsi_sigmoid_dan_decision_boundary.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matematis fungsi aktivasi Sigmoid, konsep peluang (*probability*), rasio kemunculan (*odds*), dan transformasi logit dalam memetakan kombinasi linier ke rentang probabilitas tertutup $[0, 1]$.</a:t>
            </a:r>
            <a:br/>
            <a:r>
              <a:t>2. **Menerapkan (C3)** pemodelan regresi logistik biner menggunakan Scikit-Learn dan formulasi matematis murni (NumPy) untuk mengklasifikasikan mutu minyak sawit mentah (*Crude Palm Oil* / CPO) dan sortasi kelayakan Tandan Buah Segar (TBS) di Pabrik Kelapa Sawit (PKS).</a:t>
            </a:r>
            <a:br/>
            <a:r>
              <a:t>3. **Menganalisis (C4)** fungsi rugi *Binary Cross-Entropy* (Log Loss) melalui estimasi *Maximum Likelihood Estimation* (MLE), melakukan penyetelan ambang batas keputusan (*decision threshold tuning*) berbasis matriks biaya kesalahan, serta mengevaluasi daya pemisah model melalui kurva ROC-AUC.</a:t>
            </a:r>
            <a:br/>
            <a:br/>
            <a:r>
              <a:t>### 1.2 Kerangka Hasil Pembelajaran (Outputs, Outcomes, &amp; Impacts)</a:t>
            </a:r>
            <a:br/>
            <a:r>
              <a:t>* **Outputs (Keluaran Langsung)**:</a:t>
            </a:r>
            <a:br/>
            <a:r>
              <a:t>  * Penguasaan formulasi analitik fungsi Sigmoid $\sigma(z)$, turunan kalkulusnya, dan fungsi rugi Log Loss.</a:t>
            </a:r>
            <a:br/>
            <a:r>
              <a:t>  * Skrip Python berstandar PEP 8 untuk *training* regresi logistik, ekstraksi probabilitas posterior, dan visualisasi garis batas keputusan (*decision boundary*).</a:t>
            </a:r>
            <a:br/>
            <a:r>
              <a:t>  * Laporan optimasi ambang batas (*threshold*) berbasis analisis trade-off presisi-recall dan kurva ROC-AUC.</a:t>
            </a:r>
            <a:br/>
            <a:r>
              <a:t>* **Outcomes (Kompetensi Aplikatif)**:</a:t>
            </a:r>
            <a:br/>
            <a:r>
              <a:t>  * Kemampuan merancang sistem sortasi cerdas berbasis sensor laboratorium (FFA, kadar air, kotoran) untuk mendeteksi mutu CPO secara *real-time*.</a:t>
            </a:r>
            <a:br/>
            <a:r>
              <a:t>  * Keahlian dalam memitigasi patologi data klasifikasi seperti ketidakseimbangan kelas (*class imbalance*) dan pemisahan sempurna (*complete separation*).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Logistic Regression: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KEKELIRUAN PENANGANAN KETIDAKSEIMBANGAN KELAS</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Kekeliruan Umum: Masalah: Dalam populasi kelapa sawit sehat, pohon terserang penyakit langka (seperti Ganoderma boninense) mungkin hanya 2% dari total sampel. Model regresi logistik yang dilatih tanpa pembobotan dapat</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PEMISAHAN SEMPURNA (*QUASI-COMPLETE / COMPLET</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Kekeliruan Umum: Masalah: Jika ada satu kombinasi fitur yang memisahkan kelas 0 dan 1 secara sempurna tanpa ada tumpang tindih (overlap), optimasi MLE akan berusaha mendorong probabilitas menjadi tepat 1.0 dan 0.0. Ak</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KETERGANTUNGAN BUTA PADA AMBANG BATAS 0.5</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Kekeliruan Umum: Masalah: Menggunakan $\tau = 0.5$ tanpa mempertimbangkan konsekuensi bisnis. Pada inspeksi hama karantina atau mutu ekspor, meloloskan produk cacat jauh lebih fatal daripada memeriksa ulang produk bag</a:t>
            </a:r>
          </a:p>
          <a:p>
            <a:pPr>
              <a:spcBef>
                <a:spcPts val="300"/>
              </a:spcBef>
              <a:defRPr sz="950" b="1">
                <a:solidFill>
                  <a:srgbClr val="0F172A"/>
                </a:solidFill>
              </a:defRPr>
            </a:pPr>
            <a:r>
              <a:t>•  Protokol Mitigasi: Lakukan validasi silang terisolasi, periksa distribusi residual, dan terapkan standardisasi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Logistic Regression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