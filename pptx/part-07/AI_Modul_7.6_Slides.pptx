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7.6: Naive Bayes</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probabilitas bersyarat Teorema Bayes, asumsi independensi bersyarat antar-fitur (naive assumption), formulasi aturan keputusan Maximum A Posteriori (MAP), serta varian distribusi Gaussian, Multinomial, dan Bernoulli.</a:t>
            </a:r>
          </a:p>
          <a:p>
            <a:pPr>
              <a:spcAft>
                <a:spcPts val="400"/>
              </a:spcAft>
              <a:defRPr sz="1100">
                <a:solidFill>
                  <a:srgbClr val="334155"/>
                </a:solidFill>
              </a:defRPr>
            </a:pPr>
            <a:r>
              <a:t>•  Menerapkan (C3) model `GaussianNB` dan `MultinomialNB` menggunakan pustaka Scikit-Learn untuk mendiagnosis serangan patogen busuk pangkal batang (Ganoderma boninense) dan mengklasifikasikan laporan teks anomali kebun dari mandor lapangan.</a:t>
            </a:r>
          </a:p>
          <a:p>
            <a:pPr>
              <a:spcAft>
                <a:spcPts val="400"/>
              </a:spcAft>
              <a:defRPr sz="1100">
                <a:solidFill>
                  <a:srgbClr val="334155"/>
                </a:solidFill>
              </a:defRPr>
            </a:pPr>
            <a:r>
              <a:t>•  Menganalisis (C4) dampak pelanggaran asumsi independensi pada data bersensor multikolinier, mengevaluasi efektivitas Laplace Smoothing dalam memitigasi anomali frekuensi nol (zero-frequency issue), serta membandingkan kecepatan inferensi Naive Bayes terhadap model berbasis ansambel.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Naive Bayes.</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P(C_k, mathbfx) = P(C_k mid mathbfx) P(mathbfx) = P(mathbfx mid C_k) P(C_k)</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Naive Bayes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TEOREMA BAYES DAN ARSITEKTUR NAIVE BA</a:t>
            </a:r>
          </a:p>
        </p:txBody>
      </p:sp>
      <p:pic>
        <p:nvPicPr>
          <p:cNvPr id="12" name="Picture 11" descr="anatomi_teorema_bayes_dan_arsitektur_naive_bayes.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probabilitas bersyarat Teorema Bayes, asumsi independensi bersyarat antar-fitur (*naive assumption*), formulasi aturan keputusan *Maximum A Posteriori* (MAP), serta varian distribusi Gaussian, Multinomial, dan Bernoulli.</a:t>
            </a:r>
            <a:br/>
            <a:r>
              <a:t>2. **Menerapkan (C3)** model `GaussianNB` dan `MultinomialNB` menggunakan pustaka Scikit-Learn untuk mendiagnosis serangan patogen busuk pangkal batang (*Ganoderma boninense*) dan mengklasifikasikan laporan teks anomali kebun dari mandor lapangan.</a:t>
            </a:r>
            <a:br/>
            <a:r>
              <a:t>3. **Menganalisis (C4)** dampak pelanggaran asumsi independensi pada data bersensor multikolinier, mengevaluasi efektivitas *Laplace Smoothing* dalam memitigasi anomali frekuensi nol (*zero-frequency issue*), serta membandingkan kecepatan inferensi Naive Bayes terhadap model berbasis ansambel.</a:t>
            </a:r>
            <a:br/>
            <a:br/>
            <a:r>
              <a:t>### 1.2 Kerangka Hasil Pembelajaran (Outputs, Outcomes, &amp; Impacts)</a:t>
            </a:r>
            <a:br/>
            <a:r>
              <a:t>* **Outputs (Keluaran Langsung)**:</a:t>
            </a:r>
            <a:br/>
            <a:r>
              <a:t>  * Penguasaan analitik dekomposisi probabilitas Prior, Likelihood, Evidence, dan Posterior, fungsi densitas Gaussian $\mathcal{N}(\mu, \sigma^2)$, serta formulasi perataan Laplace $\alpha$.</a:t>
            </a:r>
            <a:br/>
            <a:r>
              <a:t>  * Skrip Python berstandar PEP 8 untuk konstruksi *pipeline* klasifikasi probabilitas cepat, penanganan nilai kontinu, dan eksekusi inferensi berdaya rendah.</a:t>
            </a:r>
            <a:br/>
            <a:r>
              <a:t>  * Laporan komparasi akurasi diagnostik penyakit tanaman berbasis fitur numerik laboratorium dan gejala visual kategorikal.</a:t>
            </a:r>
            <a:br/>
            <a:r>
              <a:t>* **Outcomes (Kompetensi Aplikatif)**:</a:t>
            </a:r>
            <a:br/>
            <a:r>
              <a:t>  * Keahlian merancang sistem kecerdasan buatan ringan (*Lightweight AI*) yang sanggup berjalan di mikrokontroler sensor IoT tepi (*Edge IoT*) atau aplikasi telepon pintar mandor di pedalaman kebun tanpa sinyal internet.</a:t>
            </a:r>
            <a:br/>
            <a:r>
              <a:t>  * Kemampuan memperbarui model secara dinamis (*incremental learning*) seiring mengalirnya data sensus pohon harian.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Naive Bayes: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Naive Bayes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