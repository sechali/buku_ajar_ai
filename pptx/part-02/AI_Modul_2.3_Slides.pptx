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2.3: Struktur Logika Pemrograman</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prinsip dasar aljabar Boolean, hukum De Morgan, dan tabel kebenaran logika digital.</a:t>
            </a:r>
          </a:p>
          <a:p>
            <a:pPr>
              <a:spcAft>
                <a:spcPts val="400"/>
              </a:spcAft>
              <a:defRPr sz="1100">
                <a:solidFill>
                  <a:srgbClr val="334155"/>
                </a:solidFill>
              </a:defRPr>
            </a:pPr>
            <a:r>
              <a:t>•  Menganalisis (C4) ekspresi logika majemuk (AND, OR, NOT, XOR) pada sistem interlock keselamatan dan kendali hidrolik pabrik kelapa sawit.</a:t>
            </a:r>
          </a:p>
          <a:p>
            <a:pPr>
              <a:spcAft>
                <a:spcPts val="400"/>
              </a:spcAft>
              <a:defRPr sz="1100">
                <a:solidFill>
                  <a:srgbClr val="334155"/>
                </a:solidFill>
              </a:defRPr>
            </a:pPr>
            <a:r>
              <a:t>•  Menerapkan (C3) evaluasi short-circuit logic dalam optimasi eksekusi kode Python pada perangkat berdaya rendah.</a:t>
            </a:r>
          </a:p>
          <a:p>
            <a:pPr>
              <a:spcAft>
                <a:spcPts val="400"/>
              </a:spcAft>
              <a:defRPr sz="1100">
                <a:solidFill>
                  <a:srgbClr val="334155"/>
                </a:solidFill>
              </a:defRPr>
            </a:pPr>
            <a:r>
              <a:t>•  Memvalidasi (C4) ketahanan sistem inferensi logika terhadap masukan ekstrem (fault tolerance) pada sensor lingkungan kebun.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Struktur Logika Pemrograman.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Pintu Terkunci land Baut Pengaman Masuk land Sensor Tekanan Normal</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Struktur Logika Pemrograman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TABEL KEBENARAN GERBANG LOGIKA</a:t>
            </a:r>
          </a:p>
        </p:txBody>
      </p:sp>
      <p:pic>
        <p:nvPicPr>
          <p:cNvPr id="12" name="Picture 11" descr="tabel_kebenaran_gerbang_logika.png"/>
          <p:cNvPicPr>
            <a:picLocks noChangeAspect="1"/>
          </p:cNvPicPr>
          <p:nvPr/>
        </p:nvPicPr>
        <p:blipFill>
          <a:blip r:embed="rId2"/>
          <a:stretch>
            <a:fillRect/>
          </a:stretch>
        </p:blipFill>
        <p:spPr>
          <a:xfrm>
            <a:off x="1066799" y="1874519"/>
            <a:ext cx="5364480" cy="402336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prinsip dasar aljabar Boolean, hukum De Morgan, dan tabel kebenaran logika digital.</a:t>
            </a:r>
            <a:br/>
            <a:r>
              <a:t>2. **Menganalisis (C4)** ekspresi logika majemuk (AND, OR, NOT, XOR) pada sistem interlock keselamatan dan kendali hidrolik pabrik kelapa sawit.</a:t>
            </a:r>
            <a:br/>
            <a:r>
              <a:t>3. **Menerapkan (C3)** evaluasi *short-circuit logic* dalam optimasi eksekusi kode Python pada perangkat berdaya rendah.</a:t>
            </a:r>
            <a:br/>
            <a:r>
              <a:t>4. **Memvalidasi (C4)** ketahanan sistem inferensi logika terhadap masukan ekstrem (*fault tolerance*) pada sensor lingkungan kebun.</a:t>
            </a:r>
            <a:br/>
            <a:br/>
            <a:r>
              <a:t>### 1.2 Kerangka Hasil Pembelajaran (Outputs, Outcomes, &amp; Impacts)</a:t>
            </a:r>
            <a:br/>
            <a:r>
              <a:t>* **Outputs (Keluaran Berwujud Langsung)**:</a:t>
            </a:r>
            <a:br/>
            <a:r>
              <a:t>  * **Mesin Simulator Logika Boolean Majemuk (*Compound Logic Engine*)**: Skrip Python tingkat produksi yang memodelkan evaluasi predikat sensorik multi-parameter (suhu, kelembaban, hujan, dan cadangan air) secara bertingkat dan deterministik.</a:t>
            </a:r>
            <a:br/>
            <a:r>
              <a:t>  * **Matriks Tabel Kebenaran Komparatif**: Visualisasi dan generator tabel kebenaran lengkap untuk operator logika fundamental (`AND`, `OR`, `NOT`) serta operator turunan industri (`XOR`, `NAND`, `NOR`).</a:t>
            </a:r>
            <a:br/>
            <a:r>
              <a:t>  * **Modul Pengunci Keselamatan (*Safety Interlock Controller*)**: Implementasi kode kontrol fisik yang mengintegrasikan pengujian prasyarat keselamatan (*guard pattern*) guna melindungi aktuator pompa kabut greenhouse dan bejana perebusan (*sterilizer*) pabrik kelapa sawit dari kegagalan operasional.</a:t>
            </a:r>
            <a:br/>
            <a:r>
              <a:t>* **Outcomes (Hasil Capaian &amp; Perubahan Kompetensi)**:</a:t>
            </a:r>
            <a:br/>
            <a:r>
              <a:t>  * **Penguasaan Aljabar Boolean &amp; Simplifikasi Logika**: Mahasiswa terampil menggunakan Teorema De Morgan dan aksioma logika untuk menyederhanakan ekspresi kondisional majemuk yang rumit menjadi bentuk kanonik hemat gerbang komputasi.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Struktur Logika Pemrograman: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Struktur Logika Pemrograman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