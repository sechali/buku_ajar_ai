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2.9: Struktur Data Dasar</a:t>
            </a:r>
          </a:p>
          <a:p>
            <a:pPr>
              <a:spcBef>
                <a:spcPts val="1200"/>
              </a:spcBef>
              <a:defRPr sz="1600">
                <a:solidFill>
                  <a:srgbClr val="94A3B8"/>
                </a:solidFill>
              </a:defRPr>
            </a:pPr>
            <a:r>
              <a:t>Bagian 2: Logika Komputasi dan Pemrograman Dasar</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2.9</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Menguraikan (C2) karakteristik struktural, mutabilitas, dan representasi memori 4 koleksi bawaan Python (List, Tuple, Set, Dictionary).</a:t>
            </a:r>
          </a:p>
          <a:p>
            <a:pPr>
              <a:spcAft>
                <a:spcPts val="400"/>
              </a:spcAft>
              <a:defRPr sz="1100">
                <a:solidFill>
                  <a:srgbClr val="334155"/>
                </a:solidFill>
              </a:defRPr>
            </a:pPr>
            <a:r>
              <a:t>•  Menganalisis (C4) kompleksitas asimtotik waktu operasi dasar (akses indeks, pencarian kunci, penyisipan elemen) pada masing-masing struktur data.</a:t>
            </a:r>
          </a:p>
          <a:p>
            <a:pPr>
              <a:spcAft>
                <a:spcPts val="400"/>
              </a:spcAft>
              <a:defRPr sz="1100">
                <a:solidFill>
                  <a:srgbClr val="334155"/>
                </a:solidFill>
              </a:defRPr>
            </a:pPr>
            <a:r>
              <a:t>•  Menerapkan (C3) struktur data List dan Dictionary untuk memetakan koordinat spasial sensor IoT dan inventaris blok perkebunan sawit.</a:t>
            </a:r>
          </a:p>
          <a:p>
            <a:pPr>
              <a:spcAft>
                <a:spcPts val="400"/>
              </a:spcAft>
              <a:defRPr sz="1100">
                <a:solidFill>
                  <a:srgbClr val="334155"/>
                </a:solidFill>
              </a:defRPr>
            </a:pPr>
            <a:r>
              <a:t>•  Mengevaluasi (C4) teknik idiomatis list comprehension dan dictionary comprehension untuk pembersihan data berkecepatan tinggi.</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2.9</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Struktur Data Dasar.</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Alamat(i) = Alamat_Awal + (i times 8  byte)</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Struktur Data Dasar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2.9</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PIPELINE AGREGASI DATA PANEN SAWIT</a:t>
            </a:r>
          </a:p>
        </p:txBody>
      </p:sp>
      <p:pic>
        <p:nvPicPr>
          <p:cNvPr id="12" name="Picture 11" descr="pipeline_agregasi_data_panen_sawit.png"/>
          <p:cNvPicPr>
            <a:picLocks noChangeAspect="1"/>
          </p:cNvPicPr>
          <p:nvPr/>
        </p:nvPicPr>
        <p:blipFill>
          <a:blip r:embed="rId2"/>
          <a:stretch>
            <a:fillRect/>
          </a:stretch>
        </p:blipFill>
        <p:spPr>
          <a:xfrm>
            <a:off x="914399" y="2250830"/>
            <a:ext cx="5669280" cy="3270738"/>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2.9</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**Menguraikan (C2)** karakteristik struktural, mutabilitas, dan representasi memori 4 koleksi bawaan Python (List, Tuple, Set, Dictionary).</a:t>
            </a:r>
            <a:br/>
            <a:r>
              <a:t>2. **Menganalisis (C4)** kompleksitas asimtotik waktu operasi dasar (akses indeks, pencarian kunci, penyisipan elemen) pada masing-masing struktur data.</a:t>
            </a:r>
            <a:br/>
            <a:r>
              <a:t>3. **Menerapkan (C3)** struktur data List dan Dictionary untuk memetakan koordinat spasial sensor IoT dan inventaris blok perkebunan sawit.</a:t>
            </a:r>
            <a:br/>
            <a:r>
              <a:t>4. **Mengevaluasi (C4)** teknik idiomatis *list comprehension* dan *dictionary comprehension* untuk pembersihan data berkecepatan tinggi.</a:t>
            </a:r>
            <a:br/>
            <a:br/>
            <a:r>
              <a:t>### 1.2 Kerangka Hasil Pembelajaran (Outputs, Outcomes, &amp; Impacts)</a:t>
            </a:r>
            <a:br/>
            <a:r>
              <a:t>* **Outputs (Keluaran Berwujud Langsung)**:</a:t>
            </a:r>
            <a:br/>
            <a:r>
              <a:t>* **Outcomes (Hasil Capaian &amp; Perubahan Kompetensi)**:</a:t>
            </a:r>
            <a:br/>
            <a:r>
              <a:t>* **Impacts (Dampak Jangka Panjang &amp; Nilai Guna Luas)**:</a:t>
            </a:r>
            <a:br/>
            <a:br/>
            <a:r>
              <a:t>---</a:t>
            </a:r>
            <a:b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2.9</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Struktur Data Dasar: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2.9</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2.9</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2.9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Struktur Data Dasar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