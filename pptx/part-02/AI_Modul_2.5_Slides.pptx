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2.5: Operator Matematika dan Logika</a:t>
            </a:r>
          </a:p>
          <a:p>
            <a:pPr>
              <a:spcBef>
                <a:spcPts val="1200"/>
              </a:spcBef>
              <a:defRPr sz="1600">
                <a:solidFill>
                  <a:srgbClr val="94A3B8"/>
                </a:solidFill>
              </a:defRPr>
            </a:pPr>
            <a:r>
              <a:t>Bagian 2: Logika Komputasi dan Pemrograman Dasar</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2.5</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Mengidentifikasi (C2) presedensi dan asosiativitas operator aritmatika, perbandingan, logika, keanggotaan (membership), dan identitas (identity) di Python.</a:t>
            </a:r>
          </a:p>
          <a:p>
            <a:pPr>
              <a:spcAft>
                <a:spcPts val="400"/>
              </a:spcAft>
              <a:defRPr sz="1100">
                <a:solidFill>
                  <a:srgbClr val="334155"/>
                </a:solidFill>
              </a:defRPr>
            </a:pPr>
            <a:r>
              <a:t>•  Menganalisis (C4) perhitungan neraca massa pupuk NPK presisi dan efisiensi konversi energi pabrik menggunakan operator aritmatika terstruktur.</a:t>
            </a:r>
          </a:p>
          <a:p>
            <a:pPr>
              <a:spcAft>
                <a:spcPts val="400"/>
              </a:spcAft>
              <a:defRPr sz="1100">
                <a:solidFill>
                  <a:srgbClr val="334155"/>
                </a:solidFill>
              </a:defRPr>
            </a:pPr>
            <a:r>
              <a:t>•  Menerapkan (C3) operator logika biner dan bitwise untuk manipulasi sinyal register digital pada aktuator pertanian cerdas.</a:t>
            </a:r>
          </a:p>
          <a:p>
            <a:pPr>
              <a:spcAft>
                <a:spcPts val="400"/>
              </a:spcAft>
              <a:defRPr sz="1100">
                <a:solidFill>
                  <a:srgbClr val="334155"/>
                </a:solidFill>
              </a:defRPr>
            </a:pPr>
            <a:r>
              <a:t>•  Mengevaluasi (C4) perbedaan mendasar operator kesamaan nilai (`==`) versus kesamaan identitas objek memori (`is`).</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2.5</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Operator Matematika dan Logika.</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"UREA-46" in "UREA-46", "ZA-21", "KIESERIT"</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Operator Matematika dan Logika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2.5</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HIERARKI PRESEDENSI OPERATOR PYTHON</a:t>
            </a:r>
          </a:p>
        </p:txBody>
      </p:sp>
      <p:pic>
        <p:nvPicPr>
          <p:cNvPr id="12" name="Picture 11" descr="hierarki_presedensi_operator_python.png"/>
          <p:cNvPicPr>
            <a:picLocks noChangeAspect="1"/>
          </p:cNvPicPr>
          <p:nvPr/>
        </p:nvPicPr>
        <p:blipFill>
          <a:blip r:embed="rId2"/>
          <a:stretch>
            <a:fillRect/>
          </a:stretch>
        </p:blipFill>
        <p:spPr>
          <a:xfrm>
            <a:off x="914399" y="2114550"/>
            <a:ext cx="5669280" cy="354330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2.5</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**Mengidentifikasi (C2)** presedensi dan asosiativitas operator aritmatika, perbandingan, logika, keanggotaan (*membership*), dan identitas (*identity*) di Python.</a:t>
            </a:r>
            <a:br/>
            <a:r>
              <a:t>2. **Menganalisis (C4)** perhitungan neraca massa pupuk NPK presisi dan efisiensi konversi energi pabrik menggunakan operator aritmatika terstruktur.</a:t>
            </a:r>
            <a:br/>
            <a:r>
              <a:t>3. **Menerapkan (C3)** operator logika biner dan bitwise untuk manipulasi sinyal register digital pada aktuator pertanian cerdas.</a:t>
            </a:r>
            <a:br/>
            <a:r>
              <a:t>4. **Mengevaluasi (C4)** perbedaan mendasar operator kesamaan nilai (`==`) versus kesamaan identitas objek memori (`is`).</a:t>
            </a:r>
            <a:br/>
            <a:br/>
            <a:r>
              <a:t>### 1.2 Kerangka Hasil Pembelajaran (Outputs, Outcomes, &amp; Impacts)</a:t>
            </a:r>
            <a:br/>
            <a:r>
              <a:t>* **Outputs (Keluaran Berwujud Langsung)**:</a:t>
            </a:r>
            <a:br/>
            <a:r>
              <a:t>  * **Modul Analitik Kalkulasi Fertirigasi Presisi (*Fertigation Dosage Engine*)**: Program Python tingkat produksi yang menghitung takaran pupuk N-P-K cair, sisa volume tangki nutrisi, dan laju alir pompa menggunakan kombinasi operator aritmetika standar, pembagian bulat (`//`), modulus (`%`), dan eksponen (`**`).</a:t>
            </a:r>
            <a:br/>
            <a:r>
              <a:t>  * **Skrip Transformasi Normalisasi Fitur Sensor**: Modul pra-pemrosesan data kecerdasan buatan yang mengimplementasikan normalisasi skala Min-Max ($[0, 1]$) dan standarisasi skor z ($\mu = 0, \sigma = 1$) terhadap data telemetri perkebunan kelapa sawit.</a:t>
            </a:r>
            <a:br/>
            <a:r>
              <a:t>  * **Matriks Evaluasi Presedensi &amp; Operator Keanggotaan**: Tabel pembuktian urutan evaluasi hierarki ekspresi majemuk dan komparasi latensi pencarian operator `in` pada koleksi data `list` versus `set`.</a:t>
            </a:r>
            <a:br/>
            <a:r>
              <a:t>* **Outcomes (Hasil Capaian &amp; Perubahan Kompetensi)**:</a:t>
            </a:r>
            <a:br/>
            <a:r>
              <a:t>  * **Penguasaan Hierarki Presedensi Operator (*Operator Precedence Mastery*)**: Mahasiswa mampu membedah dan mengevaluasi ekspresi matematika majemuk multi-operator tanpa ambiguitas, serta memiliki disiplin menggunakan tanda kurung pelindung (*defensive parentheses*).</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2.5</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Operator Matematika dan Logika: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2.5</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2.5</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2.5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Operator Matematika dan Logika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