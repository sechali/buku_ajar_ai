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2.6: Percabangan (if-else)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2: Logika Komputasi dan Pemrograman Dasar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Menguraikan (C2) arsitektur kontrol percabangan (if, if-else, if-elif-else, nested if) dan sintaks percabangan struktural modern (Structural Pattern Matching / `match-case`).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pohon keputusan sortasi mutu buah sawit berdasarkan parameter visual dan refraktometer kematangan.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teknik perataan percabangan (guard clauses) untuk mengeliminasi kode bersarang (pyramid of doom) pada mesin inferensi aturan AI.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Mengevaluasi (C4) kompleksitas siklomatis (Cyclomatic Complexity) logika percabangan guna menjamin keterujian (testability) sistem cerdas.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Percabangan (if-else).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nilai = nilai_true ;mathbfif; kondisi ;mathbfelse; nilai_false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Percabangan (if-else)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STRUKTUR PERCABANGAN DAN GUARD CLAUSE</a:t>
            </a:r>
          </a:p>
        </p:txBody>
      </p:sp>
      <p:pic>
        <p:nvPicPr>
          <p:cNvPr id="12" name="Picture 11" descr="struktur_percabangan_dan_guard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68880"/>
            <a:ext cx="5669280" cy="2834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**Menguraikan (C2)** arsitektur kontrol percabangan (if, if-else, if-elif-else, nested if) dan sintaks percabangan struktural modern (*Structural Pattern Matching* / `match-case`).</a:t>
            </a:r>
            <a:br/>
            <a:r>
              <a:t>2. **Menganalisis (C4)** pohon keputusan sortasi mutu buah sawit berdasarkan parameter visual dan refraktometer kematangan.</a:t>
            </a:r>
            <a:br/>
            <a:r>
              <a:t>3. **Menerapkan (C3)** teknik perataan percabangan (*guard clauses*) untuk mengeliminasi kode bersarang (*pyramid of doom*) pada mesin inferensi aturan AI.</a:t>
            </a:r>
            <a:br/>
            <a:r>
              <a:t>4. **Mengevaluasi (C4)** kompleksitas siklomatis (*Cyclomatic Complexity*) logika percabangan guna menjamin keterujian (*testability*) sistem cerdas.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* **Outcomes (Hasil Capaian &amp; Perubahan Kompetensi)**:</a:t>
            </a:r>
            <a:br/>
            <a:r>
              <a:t>* **Impacts (Dampak Jangka Panjang &amp; Nilai Guna Luas)**:</a:t>
            </a:r>
            <a:br/>
            <a:br/>
            <a:r>
              <a:t>---</a:t>
            </a:r>
            <a:br/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Percabangan (if-else):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PART-02 • AI Modul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2.6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2.6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Percabangan (if-else)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