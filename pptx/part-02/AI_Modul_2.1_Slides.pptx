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2.1: Konsep Algoritma</a:t>
            </a:r>
          </a:p>
          <a:p>
            <a:pPr>
              <a:spcBef>
                <a:spcPts val="1200"/>
              </a:spcBef>
              <a:defRPr sz="1600">
                <a:solidFill>
                  <a:srgbClr val="94A3B8"/>
                </a:solidFill>
              </a:defRPr>
            </a:pPr>
            <a:r>
              <a:t>Bagian 2: Logika Komputasi dan Pemrograman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2.1</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5 kriteria formal Donald Knuth dan 4 pilar Computational Thinking sebagai landasan perancangan algoritma AI.</a:t>
            </a:r>
          </a:p>
          <a:p>
            <a:pPr>
              <a:spcAft>
                <a:spcPts val="400"/>
              </a:spcAft>
              <a:defRPr sz="1100">
                <a:solidFill>
                  <a:srgbClr val="334155"/>
                </a:solidFill>
              </a:defRPr>
            </a:pPr>
            <a:r>
              <a:t>•  Menganalisis (C4) kompleksitas asimtotik waktu dan ruang menggunakan notasi Big-O formal untuk memprediksi efisiensi kode sebelum dieksekusi.</a:t>
            </a:r>
          </a:p>
          <a:p>
            <a:pPr>
              <a:spcAft>
                <a:spcPts val="400"/>
              </a:spcAft>
              <a:defRPr sz="1100">
                <a:solidFill>
                  <a:srgbClr val="334155"/>
                </a:solidFill>
              </a:defRPr>
            </a:pPr>
            <a:r>
              <a:t>•  Merancang (C3) struktur logika kontrol sekuensial, percabangan, dan iterasi yang konvergen dan bebas dari infinite loop untuk otomasi pertanian presisi.</a:t>
            </a:r>
          </a:p>
          <a:p>
            <a:pPr>
              <a:spcAft>
                <a:spcPts val="400"/>
              </a:spcAft>
              <a:defRPr sz="1100">
                <a:solidFill>
                  <a:srgbClr val="334155"/>
                </a:solidFill>
              </a:defRPr>
            </a:pPr>
            <a:r>
              <a:t>•  Mengevaluasi (C4) perbandingan efisiensi Linear Search O(N) versus Binary Search O(log N) pada katalog data bibit tanaman skala besar.</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2.1</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Konsep Algoritma.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f(N) in mathcalO(g(N))</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Konsep Algoritma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2.1</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STRUKTUR KONTROL ALGORITMA AI</a:t>
            </a:r>
          </a:p>
        </p:txBody>
      </p:sp>
      <p:pic>
        <p:nvPicPr>
          <p:cNvPr id="12" name="Picture 11" descr="struktur_kontrol_algoritma_ai.png"/>
          <p:cNvPicPr>
            <a:picLocks noChangeAspect="1"/>
          </p:cNvPicPr>
          <p:nvPr/>
        </p:nvPicPr>
        <p:blipFill>
          <a:blip r:embed="rId2"/>
          <a:stretch>
            <a:fillRect/>
          </a:stretch>
        </p:blipFill>
        <p:spPr>
          <a:xfrm>
            <a:off x="914399" y="2690816"/>
            <a:ext cx="5669280" cy="2390766"/>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2.1</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5 kriteria formal Donald Knuth dan 4 pilar *Computational Thinking* sebagai landasan perancangan algoritma AI.</a:t>
            </a:r>
            <a:br/>
            <a:r>
              <a:t>2. **Menganalisis (C4)** kompleksitas asimtotik waktu dan ruang menggunakan notasi Big-O formal untuk memprediksi efisiensi kode sebelum dieksekusi.</a:t>
            </a:r>
            <a:br/>
            <a:r>
              <a:t>3. **Merancang (C3)** struktur logika kontrol sekuensial, percabangan, dan iterasi yang konvergen dan bebas dari *infinite loop* untuk otomasi pertanian presisi.</a:t>
            </a:r>
            <a:br/>
            <a:r>
              <a:t>4. **Mengevaluasi (C4)** perbandingan efisiensi Linear Search O(N) versus Binary Search O(log N) pada katalog data bibit tanaman skala besar.</a:t>
            </a:r>
            <a:br/>
            <a:br/>
            <a:r>
              <a:t>### 1.2 Kerangka Hasil Pembelajaran (Outputs, Outcomes, &amp; Impacts)</a:t>
            </a:r>
            <a:br/>
            <a:r>
              <a:t>* **Outputs (Keluaran Berwujud Langsung)**:</a:t>
            </a:r>
            <a:br/>
            <a:r>
              <a:t>* **Outcomes (Hasil Capaian &amp; Perubahan Kompetensi)**:</a:t>
            </a:r>
            <a:br/>
            <a:r>
              <a:t>* **Impacts (Dampak Jangka Panjang &amp; Nilai Guna Luas)**:</a:t>
            </a:r>
            <a:br/>
            <a:br/>
            <a:r>
              <a:t>---</a:t>
            </a:r>
            <a:b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2.1</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Konsep Algoritma: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2.1</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2.1</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2.1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Konsep Algoritma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