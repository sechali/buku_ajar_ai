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2.8: Fungsi dalam Pemrograman</a:t>
            </a:r>
          </a:p>
          <a:p>
            <a:pPr>
              <a:spcBef>
                <a:spcPts val="1200"/>
              </a:spcBef>
              <a:defRPr sz="1600">
                <a:solidFill>
                  <a:srgbClr val="94A3B8"/>
                </a:solidFill>
              </a:defRPr>
            </a:pPr>
            <a:r>
              <a:t>Bagian 2: Logika Komputasi dan Pemrograman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2.8</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prinsip modularisasi kode, abstraksi fungsional, dan paradigma Don't Repeat Yourself (DRY).</a:t>
            </a:r>
          </a:p>
          <a:p>
            <a:pPr>
              <a:spcAft>
                <a:spcPts val="400"/>
              </a:spcAft>
              <a:defRPr sz="1100">
                <a:solidFill>
                  <a:srgbClr val="334155"/>
                </a:solidFill>
              </a:defRPr>
            </a:pPr>
            <a:r>
              <a:t>•  Menganalisis (C4) ruang lingkup variabel (Variable Scoping / aturan LEGB: Local, Enclosing, Global, Built-in) dan mekanisme tumpukan panggilan (call stack).</a:t>
            </a:r>
          </a:p>
          <a:p>
            <a:pPr>
              <a:spcAft>
                <a:spcPts val="400"/>
              </a:spcAft>
              <a:defRPr sz="1100">
                <a:solidFill>
                  <a:srgbClr val="334155"/>
                </a:solidFill>
              </a:defRPr>
            </a:pPr>
            <a:r>
              <a:t>•  Menerapkan (C3) berbagai variasi parameter fungsi (posisional, kata kunci, nilai baku, `args`, `kwargs`) serta fungsi anonim (lambda expression) untuk transformasi data kanopi.</a:t>
            </a:r>
          </a:p>
          <a:p>
            <a:pPr>
              <a:spcAft>
                <a:spcPts val="400"/>
              </a:spcAft>
              <a:defRPr sz="1100">
                <a:solidFill>
                  <a:srgbClr val="334155"/>
                </a:solidFill>
              </a:defRPr>
            </a:pPr>
            <a:r>
              <a:t>•  Merancang (C3) pustaka fungsi mandiri (reusable functions) berdokumentasi docstring standar Google/NumPy untuk kalkulasi indeks vegetasi kebun.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2.8</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Fungsi dalam Pemrograman.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mathbflambda ;; argumen_1, argumen_2, dots : ekspresi_kembalian</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Fungsi dalam Pemrograman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2.8</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ANATOMI FUNGSI DAN LINGKUP LEGB</a:t>
            </a:r>
          </a:p>
        </p:txBody>
      </p:sp>
      <p:pic>
        <p:nvPicPr>
          <p:cNvPr id="12" name="Picture 11" descr="anatomi_fungsi_dan_lingkup_legb.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2.8</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prinsip modularisasi kode, abstraksi fungsional, dan paradigma *Don't Repeat Yourself* (DRY).</a:t>
            </a:r>
            <a:br/>
            <a:r>
              <a:t>2. **Menganalisis (C4)** ruang lingkup variabel (*Variable Scoping* / aturan LEGB: Local, Enclosing, Global, Built-in) dan mekanisme tumpukan panggilan (*call stack*).</a:t>
            </a:r>
            <a:br/>
            <a:r>
              <a:t>3. **Menerapkan (C3)** berbagai variasi parameter fungsi (posisional, kata kunci, nilai baku, `*args`, `**kwargs`) serta fungsi anonim (*lambda expression*) untuk transformasi data kanopi.</a:t>
            </a:r>
            <a:br/>
            <a:r>
              <a:t>4. **Merancang (C3)** pustaka fungsi mandiri (*reusable functions*) berdokumentasi *docstring* standar Google/NumPy untuk kalkulasi indeks vegetasi kebun.</a:t>
            </a:r>
            <a:br/>
            <a:br/>
            <a:r>
              <a:t>### 1.2 Kerangka Hasil Pembelajaran (Outputs, Outcomes, &amp; Impacts)</a:t>
            </a:r>
            <a:br/>
            <a:r>
              <a:t>* **Outputs (Keluaran Berwujud Langsung)**:</a:t>
            </a:r>
            <a:br/>
            <a:r>
              <a:t>* **Outcomes (Hasil Capaian &amp; Perubahan Kompetensi)**:</a:t>
            </a:r>
            <a:br/>
            <a:r>
              <a:t>* **Impacts (Dampak Jangka Panjang &amp; Nilai Guna Luas)**:</a:t>
            </a:r>
            <a:br/>
            <a:br/>
            <a:r>
              <a:t>---</a:t>
            </a:r>
            <a:b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2.8</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Fungsi dalam Pemrograman: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2.8</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2.8</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2.8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Fungsi dalam Pemrograman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