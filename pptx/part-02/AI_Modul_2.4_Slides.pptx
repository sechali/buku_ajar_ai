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2.4: Variabel dan Tipe Data</a:t>
            </a:r>
          </a:p>
          <a:p>
            <a:pPr>
              <a:spcBef>
                <a:spcPts val="1200"/>
              </a:spcBef>
              <a:defRPr sz="1600">
                <a:solidFill>
                  <a:srgbClr val="94A3B8"/>
                </a:solidFill>
              </a:defRPr>
            </a:pPr>
            <a:r>
              <a:t>Bagian 2: Logika Komputasi dan Pemrograman Dasar</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2.4</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Mengidentifikasi (C2) sistem pengetikan dinamis (Dynamic Typing) dan mekanisme alokasi memori objek pada CPython.</a:t>
            </a:r>
          </a:p>
          <a:p>
            <a:pPr>
              <a:spcAft>
                <a:spcPts val="400"/>
              </a:spcAft>
              <a:defRPr sz="1100">
                <a:solidFill>
                  <a:srgbClr val="334155"/>
                </a:solidFill>
              </a:defRPr>
            </a:pPr>
            <a:r>
              <a:t>•  Menganalisis (C4) perbedaan mutabilitas (Mutability) antara tipe data primitif dan tipe data majemuk serta implikasinya terhadap aliasing bug.</a:t>
            </a:r>
          </a:p>
          <a:p>
            <a:pPr>
              <a:spcAft>
                <a:spcPts val="400"/>
              </a:spcAft>
              <a:defRPr sz="1100">
                <a:solidFill>
                  <a:srgbClr val="334155"/>
                </a:solidFill>
              </a:defRPr>
            </a:pPr>
            <a:r>
              <a:t>•  Menerapkan (C3) konversi tipe data eksplisit (type casting) dan penanganan presisi numerik (integer, float, boolean, string) pada data telemetri sensor kebun.</a:t>
            </a:r>
          </a:p>
          <a:p>
            <a:pPr>
              <a:spcAft>
                <a:spcPts val="400"/>
              </a:spcAft>
              <a:defRPr sz="1100">
                <a:solidFill>
                  <a:srgbClr val="334155"/>
                </a:solidFill>
              </a:defRPr>
            </a:pPr>
            <a:r>
              <a:t>•  Mengevaluasi (C4) jejak memori (memory footprint) objek data menggunakan modul `sys` untuk efisiensi komputasi tepi (Edge AI).</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2.4</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Variabel dan Tipe Data.</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0.1_10 = 0.00011001100110011001100110011dots_2</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Variabel dan Tipe Data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2.4</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MEMORI VARIABEL PYTHON</a:t>
            </a:r>
          </a:p>
        </p:txBody>
      </p:sp>
      <p:pic>
        <p:nvPicPr>
          <p:cNvPr id="12" name="Picture 11" descr="arsitektur_memori_variabel_python.png"/>
          <p:cNvPicPr>
            <a:picLocks noChangeAspect="1"/>
          </p:cNvPicPr>
          <p:nvPr/>
        </p:nvPicPr>
        <p:blipFill>
          <a:blip r:embed="rId2"/>
          <a:stretch>
            <a:fillRect/>
          </a:stretch>
        </p:blipFill>
        <p:spPr>
          <a:xfrm>
            <a:off x="914399" y="2114550"/>
            <a:ext cx="5669280" cy="354330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2.4</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**Mengidentifikasi (C2)** sistem pengetikan dinamis (*Dynamic Typing*) dan mekanisme alokasi memori objek pada CPython.</a:t>
            </a:r>
            <a:br/>
            <a:r>
              <a:t>2. **Menganalisis (C4)** perbedaan mutabilitas (*Mutability*) antara tipe data primitif dan tipe data majemuk serta implikasinya terhadap *aliasing bug*.</a:t>
            </a:r>
            <a:br/>
            <a:r>
              <a:t>3. **Menerapkan (C3)** konversi tipe data eksplisit (*type casting*) dan penanganan presisi numerik (integer, float, boolean, string) pada data telemetri sensor kebun.</a:t>
            </a:r>
            <a:br/>
            <a:r>
              <a:t>4. **Mengevaluasi (C4)** jejak memori (*memory footprint*) objek data menggunakan modul `sys` untuk efisiensi komputasi tepi (*Edge AI*).</a:t>
            </a:r>
            <a:br/>
            <a:br/>
            <a:r>
              <a:t>### 1.2 Kerangka Hasil Pembelajaran (Outputs, Outcomes, &amp; Impacts)</a:t>
            </a:r>
            <a:br/>
            <a:r>
              <a:t>* **Outputs (Keluaran Berwujud Langsung)**:</a:t>
            </a:r>
            <a:br/>
            <a:r>
              <a:t>  * **Modul Parser Telemetri Panen Sawit (*Telemetry Ingestion Engine*)**: Skrip Python tingkat produksi beranotasi *Type Hinting* (PEP 484) yang memvalidasi, membersihkan (*sanitizing*), dan mengonversi payload data mentah heterogen dari jembatan timbang dan gerbang RFID PKS.</a:t>
            </a:r>
            <a:br/>
            <a:r>
              <a:t>  * **Alat Uji Profil Alokasi Memori (*Memory Profiling Lab*)**: Program inspeksi alamat memori (`id()`), evaluasi operator identitas vs kesetaraan nilai (`is` vs `==`), pengukuran ukuran byte objek fisik (`sys.getsizeof()`), serta pembuktian fenomena mutasi *in-place*.</a:t>
            </a:r>
            <a:br/>
            <a:r>
              <a:t>  * **Kalkulator Analisis Galat Presisi IEEE 754**: Modul analisis numerik yang membuktikan limitasi representasi 52-bit mantisa pecahan desimal ($0.1 + 0.2 \ne 0.3$) dan mengimplementasikan solusi toleransi mesin `math.isclose()` serta `decimal.Decimal`.</a:t>
            </a:r>
            <a:br/>
            <a:r>
              <a:t>* **Outcomes (Hasil Capaian &amp; Perubahan Kompetensi)**:</a:t>
            </a:r>
            <a:br/>
            <a:r>
              <a:t>  * **Penguasaan Model Referensi Objek (*Object Reference Mastery*)**: Mahasiswa memahami bahwa variabel dalam Python adalah label pointer di memori Heap, membedakan perilaku objek mutabel (`list`, `dict`) versus imutabel (`int`, `float`, `str`), serta menghindari bug *aliasing* dan *mutable default argument*.</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2.4</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Variabel dan Tipe Data: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2.4</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PART-02 • AI Modul 2.4</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2.4</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2.4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Variabel dan Tipe Data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