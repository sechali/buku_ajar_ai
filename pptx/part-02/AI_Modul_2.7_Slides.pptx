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2.7: Perulangan (for, while)</a:t>
            </a:r>
          </a:p>
          <a:p>
            <a:pPr>
              <a:spcBef>
                <a:spcPts val="1200"/>
              </a:spcBef>
              <a:defRPr sz="1600">
                <a:solidFill>
                  <a:srgbClr val="94A3B8"/>
                </a:solidFill>
              </a:defRPr>
            </a:pPr>
            <a:r>
              <a:t>Bagian 2: Logika Komputasi dan Pemrograman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2.7</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perbedaan fundamental antara perulangan terhitung (definite loop / `for`) dan perulangan bersyarat (indefinite loop / `while`).</a:t>
            </a:r>
          </a:p>
          <a:p>
            <a:pPr>
              <a:spcAft>
                <a:spcPts val="400"/>
              </a:spcAft>
              <a:defRPr sz="1100">
                <a:solidFill>
                  <a:srgbClr val="334155"/>
                </a:solidFill>
              </a:defRPr>
            </a:pPr>
            <a:r>
              <a:t>•  Menganalisis (C4) kriteria konvergensi perulangan numerik (seperti aproksimasi gradien descent sederhana) dan mitigasi risiko perulangan tak berhingga (infinite loop).</a:t>
            </a:r>
          </a:p>
          <a:p>
            <a:pPr>
              <a:spcAft>
                <a:spcPts val="400"/>
              </a:spcAft>
              <a:defRPr sz="1100">
                <a:solidFill>
                  <a:srgbClr val="334155"/>
                </a:solidFill>
              </a:defRPr>
            </a:pPr>
            <a:r>
              <a:t>•  Menerapkan (C3) pernyataan kontrol perulangan (`break`, `continue`, `else` pada loop) serta fungsi bawaan idiomatis (`range`, `enumerate`, `zip`) pada pemrosesan batch citra drone.</a:t>
            </a:r>
          </a:p>
          <a:p>
            <a:pPr>
              <a:spcAft>
                <a:spcPts val="400"/>
              </a:spcAft>
              <a:defRPr sz="1100">
                <a:solidFill>
                  <a:srgbClr val="334155"/>
                </a:solidFill>
              </a:defRPr>
            </a:pPr>
            <a:r>
              <a:t>•  Mengevaluasi (C4) efisiensi waktu eksekusi perulangan bersarang (nested loops) terhadap ukuran dataset telemetri kebun.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2.7</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Perulangan (for, while).</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f(x; theta) = sigma(W cdot x + b)    dengan    min_theta mathcalL(theta) = frac1</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Perulangan (for, while)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2.7</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LOOP FOR VS WHILE DAN KONTROL</a:t>
            </a:r>
          </a:p>
        </p:txBody>
      </p:sp>
      <p:pic>
        <p:nvPicPr>
          <p:cNvPr id="12" name="Picture 11" descr="arsitektur_loop_for_vs_while_dan_kontrol.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2.7</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**Mengidentifikasi (C2)** perbedaan fundamental antara perulangan terhitung (*definite loop* / `for`) dan perulangan bersyarat (*indefinite loop* / `while`).</a:t>
            </a:r>
            <a:br/>
            <a:r>
              <a:t>2. **Menganalisis (C4)** kriteria konvergensi perulangan numerik (seperti aproksimasi gradien descent sederhana) dan mitigasi risiko perulangan tak berhingga (*infinite loop*).</a:t>
            </a:r>
            <a:br/>
            <a:r>
              <a:t>3. **Menerapkan (C3)** pernyataan kontrol perulangan (`break`, `continue`, `else` pada loop) serta fungsi bawaan idiomatis (`range`, `enumerate`, `zip`) pada pemrosesan batch citra drone.</a:t>
            </a:r>
            <a:br/>
            <a:r>
              <a:t>4. **Mengevaluasi (C4)** efisiensi waktu eksekusi perulangan bersarang (*nested loops*) terhadap ukuran dataset telemetri kebun.</a:t>
            </a:r>
            <a:br/>
            <a:br/>
            <a:r>
              <a:t>### 1.2 Kerangka Hasil Pembelajaran (Outputs, Outcomes, &amp; Impacts)</a:t>
            </a:r>
            <a:br/>
            <a:r>
              <a:t>* **Outputs (Keluaran Berwujud Langsung)**:</a:t>
            </a:r>
            <a:br/>
            <a:r>
              <a:t>* **Outcomes (Hasil Capaian &amp; Perubahan Kompetensi)**:</a:t>
            </a:r>
            <a:br/>
            <a:r>
              <a:t>* **Impacts (Dampak Jangka Panjang &amp; Nilai Guna Luas)**:</a:t>
            </a:r>
            <a:br/>
            <a:br/>
            <a:r>
              <a:t>---</a:t>
            </a:r>
            <a:b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2.7</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Perulangan (for, while):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2.7</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2.7</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2.7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Perulangan (for, while)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