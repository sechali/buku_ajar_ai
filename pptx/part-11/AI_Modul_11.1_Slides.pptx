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11.1: Pengenalan OpenCV</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arsitektur perangkat lunak OpenCV (Open Source Computer Vision Library), integrasi backend berbasis C++ berkinerja tinggi dengan antarmuka Python, pemetaan struktur data matriks internal (`cv::Mat`) ke array multidimensi NumPy (`ndarray`), serta lapisan akselerasi perangkat keras paralel (Intel IPP, TBB, dan OpenCL).</a:t>
            </a:r>
          </a:p>
          <a:p>
            <a:pPr>
              <a:spcAft>
                <a:spcPts val="400"/>
              </a:spcAft>
              <a:defRPr sz="1100">
                <a:solidFill>
                  <a:srgbClr val="334155"/>
                </a:solidFill>
              </a:defRPr>
            </a:pPr>
            <a:r>
              <a:t>•  Menerapkan (C3) fungsi-fungsi dasar modul inti OpenCV (`cv2`) untuk inisialisasi lingkungan komputasi visual, inspeksi versi dan kapabilitas akselerasi prosesor, serta operasi aljabar tensor citra sederhana menggunakan Python 3.10.</a:t>
            </a:r>
          </a:p>
          <a:p>
            <a:pPr>
              <a:spcAft>
                <a:spcPts val="400"/>
              </a:spcAft>
              <a:defRPr sz="1100">
                <a:solidFill>
                  <a:srgbClr val="334155"/>
                </a:solidFill>
              </a:defRPr>
            </a:pPr>
            <a:r>
              <a:t>•  Menganalisis (C4) perbedaan profil efisiensi komputasi antara perulangan manual Python (nested loop) dengan fungsi bawaan OpenCV teroptimasi C++ pada data matriks citra berskala resolusi tinggi perkebunan kelapa sawit.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Pengenalan OpenCV.</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I in mathbbR^H times W times C</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Pengenalan OpenCV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DAN MODUL INTI OPENCV</a:t>
            </a:r>
          </a:p>
        </p:txBody>
      </p:sp>
      <p:pic>
        <p:nvPicPr>
          <p:cNvPr id="12" name="Picture 11" descr="arsitektur_dan_modul_inti_opencv.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arsitektur perangkat lunak OpenCV (*Open Source Computer Vision Library*), integrasi backend berbasis C++ berkinerja tinggi dengan antarmuka Python, pemetaan struktur data matriks internal (`cv::Mat`) ke array multidimensi NumPy (`ndarray`), serta lapisan akselerasi perangkat keras paralel (Intel IPP, TBB, dan OpenCL).</a:t>
            </a:r>
            <a:br/>
            <a:r>
              <a:t>2. **Menerapkan (C3)** fungsi-fungsi dasar modul inti OpenCV (`cv2`) untuk inisialisasi lingkungan komputasi visual, inspeksi versi dan kapabilitas akselerasi prosesor, serta operasi aljabar tensor citra sederhana menggunakan Python 3.10.</a:t>
            </a:r>
            <a:br/>
            <a:r>
              <a:t>3. **Menganalisis (C4)** perbedaan profil efisiensi komputasi antara perulangan manual Python (*nested loop*) dengan fungsi bawaan OpenCV teroptimasi C++ pada data matriks citra berskala resolusi tinggi perkebunan kelapa sawit.</a:t>
            </a:r>
            <a:br/>
            <a:br/>
            <a:r>
              <a:t>### 1.2 Kerangka Hasil Pembelajaran (Outputs, Outcomes, &amp; Impacts)</a:t>
            </a:r>
            <a:br/>
            <a:r>
              <a:t>* **Outputs (Keluaran Langsung)**:</a:t>
            </a:r>
            <a:br/>
            <a:r>
              <a:t>  * Pemahaman mendalam mengenai arsitektur modular OpenCV: `core`, `imgproc`, `highgui`, `videoio`, dan `dnn`.</a:t>
            </a:r>
            <a:br/>
            <a:r>
              <a:t>  * Skrip Python modular berstandar PEP 8 untuk verifikasi pustaka OpenCV, pembacaan kapabilitas build sistem (`cv2.getBuildInformation()`), dan pengujian akselerasi OpenCL.</a:t>
            </a:r>
            <a:br/>
            <a:r>
              <a:t>  * Hasil uji komparasi tolok ukur (*benchmark*) waktu eksekusi manipulasi piksel antara implementasi Python murni dan fungsi teroptimasi OpenCV.</a:t>
            </a:r>
            <a:br/>
            <a:r>
              <a:t>* **Outcomes (Kompetensi Aplikatif)**:</a:t>
            </a:r>
            <a:br/>
            <a:r>
              <a:t>  * Kemampuan menyiapkan lingkungan kerja visi komputer produksi yang stabil pada berbagai sistem operasi (Windows, Linux, lingkungan embedded).</a:t>
            </a:r>
            <a:br/>
            <a:r>
              <a:t>  * Keahlian dalam memilih modul OpenCV yang tepat sesuai dengan kebutuhan inspeksi visual di sektor agro-industri.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Pengenalan OpenCV: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Pengenalan OpenCV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