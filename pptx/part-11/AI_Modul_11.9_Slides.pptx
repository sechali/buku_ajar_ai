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11.9: Real-time Camera Processing</a:t>
            </a:r>
          </a:p>
          <a:p>
            <a:pPr>
              <a:spcBef>
                <a:spcPts val="1200"/>
              </a:spcBef>
              <a:defRPr sz="1600">
                <a:solidFill>
                  <a:srgbClr val="94A3B8"/>
                </a:solidFill>
              </a:defRPr>
            </a:pPr>
            <a:r>
              <a:t>Bagian 11: Pengolahan Citra Digital dan Computer Vision Tingkat Dasar</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11.9</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11.9</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Memahami (C2) arsitektur pemrosesan aliran kamera langsung (live camera stream), mekanisme penyangga perangkat keras internal (hardware driver buffer lag) yang menyebabkan keterlambatan visual kumulatif, serta konsep konkurensi multi-utas (multi-threading concurrency) untuk memisahkan akuisisi frame I/O dari pemrosesan algoritma.</a:t>
            </a:r>
          </a:p>
          <a:p>
            <a:pPr>
              <a:spcAft>
                <a:spcPts val="400"/>
              </a:spcAft>
              <a:defRPr sz="1100">
                <a:solidFill>
                  <a:srgbClr val="334155"/>
                </a:solidFill>
              </a:defRPr>
            </a:pPr>
            <a:r>
              <a:t>•  Menerapkan (C3) kelas pembaca kamera multi-utas berorientasi objek (`ThreadedCameraStream`) menggunakan pustaka `threading` Python dan OpenCV untuk menjamin pembacaan frame berkecepatan 30 FPS dengan latensi mendekati nol (zero-latency reading).</a:t>
            </a:r>
          </a:p>
          <a:p>
            <a:pPr>
              <a:spcAft>
                <a:spcPts val="400"/>
              </a:spcAft>
              <a:defRPr sz="1100">
                <a:solidFill>
                  <a:srgbClr val="334155"/>
                </a:solidFill>
              </a:defRPr>
            </a:pPr>
            <a:r>
              <a:t>•  Menganalisis (C4) perbandingan profil latensi dan kestabilan laju bingkai antara pipeline sekuensial konvensional dan pipeline paralel multi-utas pada skenario kamera inspeksi stasiun penerimaan Tandan Buah Segar pabrik kelapa sawit.</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11.9</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11.9</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Real-time Camera Processing.</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Latency = N_buf times T_proc</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Real-time Camera Processing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11.9</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11.9</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ARSITEKTUR REAL-TIME MULTITHREADED CAMERA STR</a:t>
            </a:r>
          </a:p>
        </p:txBody>
      </p:sp>
      <p:pic>
        <p:nvPicPr>
          <p:cNvPr id="12" name="Picture 11" descr="arsitektur_real_time_multithreaded_camera_stream_opencv.png"/>
          <p:cNvPicPr>
            <a:picLocks noChangeAspect="1"/>
          </p:cNvPicPr>
          <p:nvPr/>
        </p:nvPicPr>
        <p:blipFill>
          <a:blip r:embed="rId2"/>
          <a:stretch>
            <a:fillRect/>
          </a:stretch>
        </p:blipFill>
        <p:spPr>
          <a:xfrm>
            <a:off x="914399" y="2468880"/>
            <a:ext cx="5669280" cy="283464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11.9</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11.9</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secara komprehensif, mahasiswa diharapkan mampu:</a:t>
            </a:r>
            <a:br/>
            <a:r>
              <a:t>1. **Memahami (C2)** arsitektur pemrosesan aliran kamera langsung (*live camera stream*), mekanisme penyangga perangkat keras internal (*hardware driver buffer lag*) yang menyebabkan keterlambatan visual kumulatif, serta konsep konkurensi multi-utas (*multi-threading concurrency*) untuk memisahkan akuisisi frame I/O dari pemrosesan algoritma.</a:t>
            </a:r>
            <a:br/>
            <a:r>
              <a:t>2. **Menerapkan (C3)** kelas pembaca kamera multi-utas berorientasi objek (`ThreadedCameraStream`) menggunakan pustaka `threading` Python dan OpenCV untuk menjamin pembacaan frame berkecepatan 30 FPS dengan latensi mendekati nol (*zero-latency reading*).</a:t>
            </a:r>
            <a:br/>
            <a:r>
              <a:t>3. **Menganalisis (C4)** perbandingan profil latensi dan kestabilan laju bingkai antara pipeline sekuensial konvensional dan pipeline paralel multi-utas pada skenario kamera inspeksi stasiun penerimaan Tandan Buah Segar pabrik kelapa sawit.</a:t>
            </a:r>
            <a:br/>
            <a:br/>
            <a:r>
              <a:t>### 1.2 Kerangka Hasil Pembelajaran (Outputs, Outcomes, &amp; Impacts)</a:t>
            </a:r>
            <a:br/>
            <a:r>
              <a:t>* **Outputs (Keluaran Langsung)**:</a:t>
            </a:r>
            <a:br/>
            <a:r>
              <a:t>  * Penguasaan arsitektur software multi-threaded video stream dengan mekanisme antrean sinkronisasi aman (*thread-safe buffer*).</a:t>
            </a:r>
            <a:br/>
            <a:r>
              <a:t>  * Skrip Python modular berstandar PEP 8 untuk pembacaan kamera multi-utas, anotasi HUD (*Heads-Up Display*), dan penanganan pemulihan koneksi terputus (*reconnection watchdog*).</a:t>
            </a:r>
            <a:br/>
            <a:r>
              <a:t>  * Laporan komparasi kuantitatif latensi buffer antara metode pembacaan sekuensial vs multi-threaded.</a:t>
            </a:r>
            <a:br/>
            <a:r>
              <a:t>* **Outcomes (Kompetensi Aplikatif)**:</a:t>
            </a:r>
            <a:br/>
            <a:r>
              <a:t>  * Keahlian membangun sistem pengawasan real-time yang responsif tanpa delay pada perangkat komputer industri (*edge industrial PC*).</a:t>
            </a:r>
            <a:br/>
            <a:r>
              <a:t>  * Kemampuan mengintegrasikan umpan balik visual langsung ke operator pabrik kelapa sawit secara interaktif.</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11.9</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11.9</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Real-time Camera Processing: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11.9</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11.9</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11.9</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11.9</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11.9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Real-time Camera Processing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