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11.7: Video Processing</a:t>
            </a:r>
          </a:p>
          <a:p>
            <a:pPr>
              <a:spcBef>
                <a:spcPts val="1200"/>
              </a:spcBef>
              <a:defRPr sz="1600">
                <a:solidFill>
                  <a:srgbClr val="94A3B8"/>
                </a:solidFill>
              </a:defRPr>
            </a:pPr>
            <a:r>
              <a:t>Bagian 11: Pengolahan Citra Digital dan Computer Vision Tingkat Dasar</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11.7</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struktur representasi temporal video digital, mekanisme penguraian kontainer (demuxing) dan pengodean (decoding) frame menggunakan kelas `cv2.VideoCapture`, format pengodean video terkompresi FourCC (MP4V, XVID, H.264), serta penulisan video dengan `cv2.VideoWriter`.</a:t>
            </a:r>
          </a:p>
          <a:p>
            <a:pPr>
              <a:spcAft>
                <a:spcPts val="400"/>
              </a:spcAft>
              <a:defRPr sz="1100">
                <a:solidFill>
                  <a:srgbClr val="334155"/>
                </a:solidFill>
              </a:defRPr>
            </a:pPr>
            <a:r>
              <a:t>•  Menerapkan (C3) perulangan pemrosesan frame berurutan (frame processing loop), ekstraksi metadata video (panjang frame, dimensi resolusi, FPS bawaan), serta pengukuran laju bingkai per detik aktual (throughput FPS) menggunakan modul `time.perf_counter()`.</a:t>
            </a:r>
          </a:p>
          <a:p>
            <a:pPr>
              <a:spcAft>
                <a:spcPts val="400"/>
              </a:spcAft>
              <a:defRPr sz="1100">
                <a:solidFill>
                  <a:srgbClr val="334155"/>
                </a:solidFill>
              </a:defRPr>
            </a:pPr>
            <a:r>
              <a:t>•  Menganalisis (C4) faktor-faktor penyebab penurunan laju bingkai (frame drops) dan akumulasi latensi (latency accumulation) pada pipeline inspeksi video aliran Tandan Buah Segar di pabrik kelapa sawit.</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11.7</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Video Processing.</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mathcalV(t, y, x, c) in mathbbR^T times H times W times C</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Video Processing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11.7</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PIPELINE VIDEO PROCESSING VIDEOCAPTURE DAN FP</a:t>
            </a:r>
          </a:p>
        </p:txBody>
      </p:sp>
      <p:pic>
        <p:nvPicPr>
          <p:cNvPr id="12" name="Picture 11" descr="pipeline_video_processing_videocapture_dan_fps_profiling.png"/>
          <p:cNvPicPr>
            <a:picLocks noChangeAspect="1"/>
          </p:cNvPicPr>
          <p:nvPr/>
        </p:nvPicPr>
        <p:blipFill>
          <a:blip r:embed="rId2"/>
          <a:stretch>
            <a:fillRect/>
          </a:stretch>
        </p:blipFill>
        <p:spPr>
          <a:xfrm>
            <a:off x="914399" y="2586990"/>
            <a:ext cx="5669280" cy="259842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11.7</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struktur representasi temporal video digital, mekanisme penguraian kontainer (*demuxing*) dan pengodean (*decoding*) frame menggunakan kelas `cv2.VideoCapture`, format pengodean video terkompresi FourCC (MP4V, XVID, H.264), serta penulisan video dengan `cv2.VideoWriter`.</a:t>
            </a:r>
            <a:br/>
            <a:r>
              <a:t>2. **Menerapkan (C3)** perulangan pemrosesan frame berurutan (*frame processing loop*), ekstraksi metadata video (panjang frame, dimensi resolusi, FPS bawaan), serta pengukuran laju bingkai per detik aktual (*throughput FPS*) menggunakan modul `time.perf_counter()`.</a:t>
            </a:r>
            <a:br/>
            <a:r>
              <a:t>3. **Menganalisis (C4)** faktor-faktor penyebab penurunan laju bingkai (*frame drops*) dan akumulasi latensi (*latency accumulation*) pada pipeline inspeksi video aliran Tandan Buah Segar di pabrik kelapa sawit.</a:t>
            </a:r>
            <a:br/>
            <a:br/>
            <a:r>
              <a:t>### 1.2 Kerangka Hasil Pembelajaran (Outputs, Outcomes, &amp; Impacts)</a:t>
            </a:r>
            <a:br/>
            <a:r>
              <a:t>* **Outputs (Keluaran Langsung)**:</a:t>
            </a:r>
            <a:br/>
            <a:r>
              <a:t>  * Pemahaman mendalam properti `cv2.VideoCapture` (`CAP_PROP_POS_FRAMES`, `CAP_PROP_FPS`, `CAP_PROP_FRAME_COUNT`).</a:t>
            </a:r>
            <a:br/>
            <a:r>
              <a:t>  * Skrip Python modular berstandar PEP 8 untuk pembacaan berkas video, pemrosesan frame per frame, dan penulisan berkas keluaran MP4.</a:t>
            </a:r>
            <a:br/>
            <a:r>
              <a:t>  * Laporan pengukuran profil waktu komputasi pemrosesan frame visual vs waktu decoding I/O.</a:t>
            </a:r>
            <a:br/>
            <a:r>
              <a:t>* **Outcomes (Kompetensi Aplikatif)**:</a:t>
            </a:r>
            <a:br/>
            <a:r>
              <a:t>  * Keahlian merancang sistem pengarsipan video inspeksi pabrik kelapa sawit dengan kompresi yang optimal.</a:t>
            </a:r>
            <a:br/>
            <a:r>
              <a:t>  * Kemampuan menyinkronkan waktu komputasi algoritma visi komputer dengan kecepatan fisik sabuk konveyor industri.</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11.7</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Video Processing: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11.7</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11.7</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11.7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Video Processing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