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11.2: Image Reading dan Manipulation</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mekanisme pembacaan file citra menggunakan fungsi `cv2.imread()`, perbedaan flag format masukan (`IMREAD_COLOR`, `IMREAD_GRAYSCALE`, `IMREAD_UNCHANGED`), teknik penanganan galat berkas nihil (none-type error handling), serta penulisan citra terkompresi dengan `cv2.imwrite()`.</a:t>
            </a:r>
          </a:p>
          <a:p>
            <a:pPr>
              <a:spcAft>
                <a:spcPts val="400"/>
              </a:spcAft>
              <a:defRPr sz="1100">
                <a:solidFill>
                  <a:srgbClr val="334155"/>
                </a:solidFill>
              </a:defRPr>
            </a:pPr>
            <a:r>
              <a:t>•  Menerapkan (C3) operasi manipulasi spasial matriks citra mencakup pengirisan area minat (Region of Interest / ROI), interpolasi penskalaan resolusi (`cv2.resize()` dengan metode INTER_NEAREST, INTER_LINEAR, INTER_AREA), serta transformasi geometri afina (translasi dan rotasi menggunakan `cv2.warpAffine()`).</a:t>
            </a:r>
          </a:p>
          <a:p>
            <a:pPr>
              <a:spcAft>
                <a:spcPts val="400"/>
              </a:spcAft>
              <a:defRPr sz="1100">
                <a:solidFill>
                  <a:srgbClr val="334155"/>
                </a:solidFill>
              </a:defRPr>
            </a:pPr>
            <a:r>
              <a:t>•  Menganalisis (C4) dampak pemilihan algoritma interpolasi terhadap integritas tepi dan tekstur permukaan komoditas pertanian pada proses normalisasi ukuran masukan model kecerdasan buatan.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Image Reading dan Manipulation.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alpha = s cdot cos(theta),    beta = s cdot sin(theta)</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Image Reading dan Manipulation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KOORDINAT DAN MANIPULASI MATRIKS CITRA OPENCV</a:t>
            </a:r>
          </a:p>
        </p:txBody>
      </p:sp>
      <p:pic>
        <p:nvPicPr>
          <p:cNvPr id="12" name="Picture 11" descr="koordinat_dan_manipulasi_matriks_citra_opencv.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mekanisme pembacaan file citra menggunakan fungsi `cv2.imread()`, perbedaan flag format masukan (`IMREAD_COLOR`, `IMREAD_GRAYSCALE`, `IMREAD_UNCHANGED`), teknik penanganan galat berkas nihil (*none-type error handling*), serta penulisan citra terkompresi dengan `cv2.imwrite()`.</a:t>
            </a:r>
            <a:br/>
            <a:r>
              <a:t>2. **Menerapkan (C3)** operasi manipulasi spasial matriks citra mencakup pengirisan area minat (*Region of Interest* / ROI), interpolasi penskalaan resolusi (`cv2.resize()` dengan metode INTER_NEAREST, INTER_LINEAR, INTER_AREA), serta transformasi geometri afina (translasi dan rotasi menggunakan `cv2.warpAffine()`).</a:t>
            </a:r>
            <a:br/>
            <a:r>
              <a:t>3. **Menganalisis (C4)** dampak pemilihan algoritma interpolasi terhadap integritas tepi dan tekstur permukaan komoditas pertanian pada proses normalisasi ukuran masukan model kecerdasan buatan.</a:t>
            </a:r>
            <a:br/>
            <a:br/>
            <a:r>
              <a:t>### 1.2 Kerangka Hasil Pembelajaran (Outputs, Outcomes, &amp; Impacts)</a:t>
            </a:r>
            <a:br/>
            <a:r>
              <a:t>* **Outputs (Keluaran Langsung)**:</a:t>
            </a:r>
            <a:br/>
            <a:r>
              <a:t>  * Penguasaan parameter pemanggilan `cv2.imread` dan matriks transformasi affine $2 \times 3$.</a:t>
            </a:r>
            <a:br/>
            <a:r>
              <a:t>  * Skrip Python modular berstandar PEP 8 untuk ekstraksi otomatis ROI tandan buah sawit dan koreksi orientasi rotasi meja inspeksi.</a:t>
            </a:r>
            <a:br/>
            <a:r>
              <a:t>  * Hasil komparasi visual kualitas rekonstruksi citra tajuk tanaman pada berbagai mode interpolasi resolusi.</a:t>
            </a:r>
            <a:br/>
            <a:r>
              <a:t>* **Outcomes (Kompetensi Aplikatif)**:</a:t>
            </a:r>
            <a:br/>
            <a:r>
              <a:t>  * Kemampuan membangun modul pra-pemrosesan spasial yang tangguh menghadapi variasi orientasi letak buah di pabrik.</a:t>
            </a:r>
            <a:br/>
            <a:r>
              <a:t>  * Keahlian mereduksi dimensi citra drone skala besar menjadi ukuran standar tanpa kehilangan informasi tekstur penting.</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Image Reading dan Manipulation: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Image Reading dan Manipulation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