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11.5: Contour Detection</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pelacakan batas topologis algoritma Suzuki-Abe (1985) pada citra biner, representasi struktur hierarki kontur pohon (`RETR_EXTERNAL`, `RETR_TREE`, `RETR_CCOMP`), serta aproksimasi poligon kontur (`CHAIN_APPROX_SIMPLE` vs `CHAIN_APPROX_NONE`).</a:t>
            </a:r>
          </a:p>
          <a:p>
            <a:pPr>
              <a:spcAft>
                <a:spcPts val="400"/>
              </a:spcAft>
              <a:defRPr sz="1100">
                <a:solidFill>
                  <a:srgbClr val="334155"/>
                </a:solidFill>
              </a:defRPr>
            </a:pPr>
            <a:r>
              <a:t>•  Menerapkan (C3) fungsi `cv2.findContours()` dan `cv2.drawContours()` untuk mengekstraksi parameter morfometri geometris: luas area (`cv2.contourArea()`), keliling perimeter (`cv2.arcLength()`), koordinat pusat massa (centroid) berbasis momen spasial (C_x = \frac{M_{10}}{M_{00}}, C_y = \frac{M_{01}}{M_{00}}), kotak pembatas tegak (`cv2.boundingRect()`), kotak pembatas terotasi (`cv2.minAreaRect()`), dan selubung cembung (convex hull).</a:t>
            </a:r>
          </a:p>
          <a:p>
            <a:pPr>
              <a:spcAft>
                <a:spcPts val="400"/>
              </a:spcAft>
              <a:defRPr sz="1100">
                <a:solidFill>
                  <a:srgbClr val="334155"/>
                </a:solidFill>
              </a:defRPr>
            </a:pPr>
            <a:r>
              <a:t>•  Menganalisis (C4) indikator deskriptor bentuk invariansi skala: rasio kebulatan (circularity) dan rasio kekompakan (solidity) untuk membedakan pohon kelapa sawit normal dengan pohon yang terserang hama perusak pelepah.</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Contour Detection.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m_pq = sum_x sum_y x^p y^q cdot I(x, y)</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Contour Detection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HIERARKI KONTUR DAN APROKSIMASI GEOMETRI OPEN</a:t>
            </a:r>
          </a:p>
        </p:txBody>
      </p:sp>
      <p:pic>
        <p:nvPicPr>
          <p:cNvPr id="12" name="Picture 11" descr="hierarki_kontur_dan_aproksimasi_geometri_opencv.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pelacakan batas topologis algoritma Suzuki-Abe (1985) pada citra biner, representasi struktur hierarki kontur pohon (`RETR_EXTERNAL`, `RETR_TREE`, `RETR_CCOMP`), serta aproksimasi poligon kontur (`CHAIN_APPROX_SIMPLE` vs `CHAIN_APPROX_NONE`).</a:t>
            </a:r>
            <a:br/>
            <a:r>
              <a:t>2. **Menerapkan (C3)** fungsi `cv2.findContours()` dan `cv2.drawContours()` untuk mengekstraksi parameter morfometri geometris: luas area (`cv2.contourArea()`), keliling perimeter (`cv2.arcLength()`), koordinat pusat massa (*centroid*) berbasis momen spasial ($C_x = \frac{M_{10}}{M_{00}}, C_y = \frac{M_{01}}{M_{00}}$), kotak pembatas tegak (`cv2.boundingRect()`), kotak pembatas terotasi (`cv2.minAreaRect()`), dan selubung cembung (*convex hull*).</a:t>
            </a:r>
            <a:br/>
            <a:r>
              <a:t>3. **Menganalisis (C4)** indikator deskriptor bentuk invariansi skala: rasio kebulatan (*circularity*) dan rasio kekompakan (*solidity*) untuk membedakan pohon kelapa sawit normal dengan pohon yang terserang hama perusak pelepah.</a:t>
            </a:r>
            <a:br/>
            <a:br/>
            <a:r>
              <a:t>### 1.2 Kerangka Hasil Pembelajaran (Outputs, Outcomes, &amp; Impacts)</a:t>
            </a:r>
            <a:br/>
            <a:r>
              <a:t>* **Outputs (Keluaran Langsung)**:</a:t>
            </a:r>
            <a:br/>
            <a:r>
              <a:t>  * Penguasaan algoritma penelusuran batas kontur dan penafsiran vektor hierarki 4-elemen OpenCV `[Next, Previous, First_Child, Parent]`.</a:t>
            </a:r>
            <a:br/>
            <a:r>
              <a:t>  * Skrip Python modular berstandar PEP 8 untuk deteksi kontur, penapisan artefak luas area, dan pelabelan koordinat pusat kanopi pohon sawit.</a:t>
            </a:r>
            <a:br/>
            <a:r>
              <a:t>  * Visualisasi anotasi bounding box dan titik centroid pada data citra ortofoto perkebunan.</a:t>
            </a:r>
            <a:br/>
            <a:r>
              <a:t>* **Outcomes (Kompetensi Aplikatif)**:</a:t>
            </a:r>
            <a:br/>
            <a:r>
              <a:t>  * Keahlian membangun modul sensus pohon terotomatisasi dari ortofoto drone dengan akurasi penghitungan di atas $95\%$.</a:t>
            </a:r>
            <a:br/>
            <a:r>
              <a:t>  * Kemampuan mengklasifikasikan geometri butiran komoditas pertanian berbasis morfometri tanpa ketergantungan model AI berbobot besar.</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Contour Detection: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Contour Detection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