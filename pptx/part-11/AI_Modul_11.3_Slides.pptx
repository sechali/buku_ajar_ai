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11.3: Color Conversion</a:t>
            </a:r>
          </a:p>
          <a:p>
            <a:pPr>
              <a:spcBef>
                <a:spcPts val="1200"/>
              </a:spcBef>
              <a:defRPr sz="1600">
                <a:solidFill>
                  <a:srgbClr val="94A3B8"/>
                </a:solidFill>
              </a:defRPr>
            </a:pPr>
            <a:r>
              <a:t>Bagian 11: Pengolahan Citra Digital dan Computer Vision Tingkat Dasar</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(C2) prinsip fisika dan komputasi dari berbagai model representasi ruang warna: BGR/RGB (perangkat penangkap optik), Grayscale (intensitas luminansi), HSV/HSB (persepsi sifat warna intuitif), dan CIELAB (persepsi warna berjarak seragam / perceptually uniform).</a:t>
            </a:r>
          </a:p>
          <a:p>
            <a:pPr>
              <a:spcAft>
                <a:spcPts val="400"/>
              </a:spcAft>
              <a:defRPr sz="1100">
                <a:solidFill>
                  <a:srgbClr val="334155"/>
                </a:solidFill>
              </a:defRPr>
            </a:pPr>
            <a:r>
              <a:t>•  Menerapkan (C3) fungsi konversi warna OpenCV (`cv2.cvtColor()`) serta teknik segmentasi warna berbasis ambang rentang ganda (`cv2.inRange()`) yang digabungkan dengan operasi logika penyamaran piksel (`cv2.bitwise_and()`) pada data citra perkebunan.</a:t>
            </a:r>
          </a:p>
          <a:p>
            <a:pPr>
              <a:spcAft>
                <a:spcPts val="400"/>
              </a:spcAft>
              <a:defRPr sz="1100">
                <a:solidFill>
                  <a:srgbClr val="334155"/>
                </a:solidFill>
              </a:defRPr>
            </a:pPr>
            <a:r>
              <a:t>•  Menganalisis (C4) keunggulan ruang warna HSV dan CIELAB dalam mengatasi tantangan bayangan awan dan variasi intensitas radiasi matahari langsung pada pemilahan kematangan buah kelapa sawit di lingkungan terbuka.</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Color Conversion.</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Y = 0.299 cdot R + 0.587 cdot G + 0.114 cdot B</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Color Conversion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DIAGRAM KONVERSI RUANG WARNA OPENCV BGR RGB H</a:t>
            </a:r>
          </a:p>
        </p:txBody>
      </p:sp>
      <p:pic>
        <p:nvPicPr>
          <p:cNvPr id="12" name="Picture 11" descr="diagram_konversi_ruang_warna_opencv_bgr_rgb_hsv_lab.png"/>
          <p:cNvPicPr>
            <a:picLocks noChangeAspect="1"/>
          </p:cNvPicPr>
          <p:nvPr/>
        </p:nvPicPr>
        <p:blipFill>
          <a:blip r:embed="rId2"/>
          <a:stretch>
            <a:fillRect/>
          </a:stretch>
        </p:blipFill>
        <p:spPr>
          <a:xfrm>
            <a:off x="914399" y="2975065"/>
            <a:ext cx="5669280" cy="1822268"/>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secara komprehensif, mahasiswa diharapkan mampu:</a:t>
            </a:r>
            <a:br/>
            <a:r>
              <a:t>1. **Memahami (C2)** prinsip fisika dan komputasi dari berbagai model representasi ruang warna: BGR/RGB (perangkat penangkap optik), Grayscale (intensitas luminansi), HSV/HSB (persepsi sifat warna intuitif), dan CIELAB (persepsi warna berjarak seragam / *perceptually uniform*).</a:t>
            </a:r>
            <a:br/>
            <a:r>
              <a:t>2. **Menerapkan (C3)** fungsi konversi warna OpenCV (`cv2.cvtColor()`) serta teknik segmentasi warna berbasis ambang rentang ganda (`cv2.inRange()`) yang digabungkan dengan operasi logika penyamaran piksel (`cv2.bitwise_and()`) pada data citra perkebunan.</a:t>
            </a:r>
            <a:br/>
            <a:r>
              <a:t>3. **Menganalisis (C4)** keunggulan ruang warna HSV dan CIELAB dalam mengatasi tantangan bayangan awan dan variasi intensitas radiasi matahari langsung pada pemilahan kematangan buah kelapa sawit di lingkungan terbuka.</a:t>
            </a:r>
            <a:br/>
            <a:br/>
            <a:r>
              <a:t>### 1.2 Kerangka Hasil Pembelajaran (Outputs, Outcomes, &amp; Impacts)</a:t>
            </a:r>
            <a:br/>
            <a:r>
              <a:t>* **Outputs (Keluaran Langsung)**:</a:t>
            </a:r>
            <a:br/>
            <a:r>
              <a:t>  * Pemahaman mendalam formula matematis konversi BGR ke Grayscale, BGR ke HSV, dan dekomposisi kanal warna.</a:t>
            </a:r>
            <a:br/>
            <a:r>
              <a:t>  * Skrip Python modular berstandar PEP 8 untuk segmentasi warna buah sawit matang (oranye-merah) dan daun tanaman (hijau).</a:t>
            </a:r>
            <a:br/>
            <a:r>
              <a:t>  * Laporan analisis komparasi ketahanan masker segmentasi antara ruang warna BGR dan ruang warna HSV pada variasi pencahayaan lapangan.</a:t>
            </a:r>
            <a:br/>
            <a:r>
              <a:t>* **Outcomes (Kompetensi Aplikatif)**:</a:t>
            </a:r>
            <a:br/>
            <a:r>
              <a:t>  * Keahlian memilih ruang warna yang tepat sesuai dengan tujuan inspeksi agronomis (deteksi penyakit, pematangan buah, atau analisis tekstur tanah).</a:t>
            </a:r>
            <a:br/>
            <a:r>
              <a:t>  * Kemampuan mengisolasi objek tanaman secara instan tanpa memerlukan beban komputasi berat jaringan saraf dalam.</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Color Conversion: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PART-11 • AI Modul 11.3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11.3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11.3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Color Conversion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