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13.3: Pengembangan Aplikasi Sederhana</a:t>
            </a:r>
          </a:p>
          <a:p>
            <a:pPr>
              <a:spcBef>
                <a:spcPts val="1200"/>
              </a:spcBef>
              <a:defRPr sz="1600">
                <a:solidFill>
                  <a:srgbClr val="94A3B8"/>
                </a:solidFill>
              </a:defRPr>
            </a:pPr>
            <a:r>
              <a:t>Bagian 13: Integrasi Sistem AI, Deployment Edge, dan Studi Kasus Terapan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Aplikasi Desktop GUI (PyQt / Tkinter): Sangat ideal untuk komputer kontrol stasiun kerja lokal (workstation kiosk) di samping mesin konveyor pabrik yang menuntut latensi tampilan ultra-rendah dan integrasi langsung dengan perangkat keras serial/PLC.</a:t>
            </a:r>
          </a:p>
          <a:p>
            <a:pPr>
              <a:spcAft>
                <a:spcPts val="400"/>
              </a:spcAft>
              <a:defRPr sz="1100">
                <a:solidFill>
                  <a:srgbClr val="334155"/>
                </a:solidFill>
              </a:defRPr>
            </a:pPr>
            <a:r>
              <a:t>•  Aplikasi Web Streaming (FastAPI / Flask): Sangat ideal untuk dasbor pemantauan terpusat (central control room) yang memungkinkan pengawasan multi-kamera secara simultan dari peramban web desktop maupun perangkat tablet lapangan.</a:t>
            </a:r>
          </a:p>
          <a:p>
            <a:pPr>
              <a:spcAft>
                <a:spcPts val="400"/>
              </a:spcAft>
              <a:defRPr sz="1100">
                <a:solidFill>
                  <a:srgbClr val="334155"/>
                </a:solidFill>
              </a:defRPr>
            </a:pPr>
            <a:r>
              <a:t>•  Menguasai arsitektur Model-View-Controller (MVC) terpisah untuk mencegah pembekuan antarmuka pengguna (UI freezing) saat model AI mengeksekusi inferensi.</a:t>
            </a:r>
          </a:p>
          <a:p>
            <a:pPr>
              <a:spcAft>
                <a:spcPts val="400"/>
              </a:spcAft>
              <a:defRPr sz="1100">
                <a:solidFill>
                  <a:srgbClr val="334155"/>
                </a:solidFill>
              </a:defRPr>
            </a:pPr>
            <a:r>
              <a:t>•  Memahami protokol transmisi video berbasis web: Multipart Mixed-Replace (MJPEG) melalui generator asinkron Python.</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Pengembangan Aplikasi Sederhana.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Delta t_event_delay = Delta t_inference &gt; 16.6 ms (Batas 60 FPS)</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Pengembangan Aplikasi Sederhana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APLIKASI VISI KOMPUTER DESKTOP DAN</a:t>
            </a:r>
          </a:p>
        </p:txBody>
      </p:sp>
      <p:pic>
        <p:nvPicPr>
          <p:cNvPr id="12" name="Picture 11" descr="arsitektur_aplikasi_visi_komputer_desktop_dan_web.png"/>
          <p:cNvPicPr>
            <a:picLocks noChangeAspect="1"/>
          </p:cNvPicPr>
          <p:nvPr/>
        </p:nvPicPr>
        <p:blipFill>
          <a:blip r:embed="rId2"/>
          <a:stretch>
            <a:fillRect/>
          </a:stretch>
        </p:blipFill>
        <p:spPr>
          <a:xfrm>
            <a:off x="914399" y="2570117"/>
            <a:ext cx="5669280" cy="2632165"/>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Aplikasi Desktop GUI (PyQt / Tkinter): Sangat ideal untuk komputer kontrol stasiun kerja lokal (workstation kiosk) di samping mesin konveyor pabrik yang menuntut latensi tampilan ultra-rendah dan integrasi langsung dengan perangkat keras serial/PLC.</a:t>
            </a:r>
            <a:br/>
            <a:r>
              <a:t>2. Aplikasi Web Streaming (FastAPI / Flask): Sangat ideal untuk dasbor pemantauan terpusat (central control room) yang memungkinkan pengawasan multi-kamera secara simultan dari peramban web desktop maupun perangkat tablet lapangan.</a:t>
            </a:r>
            <a:br/>
            <a:r>
              <a:t>3. Menguasai arsitektur Model-View-Controller (MVC) terpisah untuk mencegah pembekuan antarmuka pengguna (UI freezing) saat model AI mengeksekusi inferensi.</a:t>
            </a:r>
            <a:br/>
            <a:r>
              <a:t>4. Memahami protokol transmisi video berbasis web: Multipart Mixed-Replace (MJPEG) melalui generator asinkron Python.</a:t>
            </a:r>
            <a:br/>
            <a:br/>
            <a:r>
              <a:t>### 1.2 Kerangka Hasil Pembelajaran (Outputs, Outcomes, &amp; Impacts)</a:t>
            </a:r>
            <a:br/>
            <a:r>
              <a:t>* **Outputs (Keluaran Berwujud Langsung)**:</a:t>
            </a:r>
            <a:br/>
            <a:r>
              <a:t>  * Dokumen rancangan arsitektur pemrosesan visual dan spesifikasi parameter model Pengembangan Aplikasi Sederhana.</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Pengembangan Aplikasi Sederhana: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Pengembangan Aplikasi Sederhana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