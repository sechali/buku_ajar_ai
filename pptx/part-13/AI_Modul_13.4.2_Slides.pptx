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13.4.2: Monitoring Berbasis CCTV</a:t>
            </a:r>
          </a:p>
          <a:p>
            <a:pPr>
              <a:spcBef>
                <a:spcPts val="1200"/>
              </a:spcBef>
              <a:defRPr sz="1600">
                <a:solidFill>
                  <a:srgbClr val="94A3B8"/>
                </a:solidFill>
              </a:defRPr>
            </a:pPr>
            <a:r>
              <a:t>Bagian 13: Integrasi Sistem AI, Deployment Edge, dan Studi Kasus Terapan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arsitektur pengawasan cerdas berbasis jaringan kamera multi-kamera RTSP berlatensi rendah.</a:t>
            </a:r>
          </a:p>
          <a:p>
            <a:pPr>
              <a:spcAft>
                <a:spcPts val="400"/>
              </a:spcAft>
              <a:defRPr sz="1100">
                <a:solidFill>
                  <a:srgbClr val="334155"/>
                </a:solidFill>
              </a:defRPr>
            </a:pPr>
            <a:r>
              <a:t>•  Menguasai algoritma geometris Ray Casting (Even-Odd Rule) untuk mendeteksi apakah objek berada di dalam zona poligon perimeter sembarang.</a:t>
            </a:r>
          </a:p>
          <a:p>
            <a:pPr>
              <a:spcAft>
                <a:spcPts val="400"/>
              </a:spcAft>
              <a:defRPr sz="1100">
                <a:solidFill>
                  <a:srgbClr val="334155"/>
                </a:solidFill>
              </a:defRPr>
            </a:pPr>
            <a:r>
              <a:t>•  Mengimplementasikan kalkulasi waktu tinggal (dwell time accumulation) untuk membedakan orang yang sekadar melintas dari pelaku intrusi yang berniat jahat.</a:t>
            </a:r>
          </a:p>
          <a:p>
            <a:pPr>
              <a:spcAft>
                <a:spcPts val="400"/>
              </a:spcAft>
              <a:defRPr sz="1100">
                <a:solidFill>
                  <a:srgbClr val="334155"/>
                </a:solidFill>
              </a:defRPr>
            </a:pPr>
            <a:r>
              <a:t>•  Membangun sistem pendeteksi kepatuhan APD (helm keselamatan dan rompi) pada pekerja stasiun pabrik.</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Monitoring Berbasis CCTV.</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mathcalP = V_1, V_2, dots, V_n,    V_i = (x_i, y_i)</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Monitoring Berbasis CCTV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MONITORING CCTV KEAMANAN DAN LOGIS</a:t>
            </a:r>
          </a:p>
        </p:txBody>
      </p:sp>
      <p:pic>
        <p:nvPicPr>
          <p:cNvPr id="12" name="Picture 11" descr="arsitektur_monitoring_cctv_keamanan_dan_logistik_perkebunan.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arsitektur pengawasan cerdas berbasis jaringan kamera multi-kamera RTSP berlatensi rendah.</a:t>
            </a:r>
            <a:br/>
            <a:r>
              <a:t>2. Menguasai algoritma geometris Ray Casting (Even-Odd Rule) untuk mendeteksi apakah objek berada di dalam zona poligon perimeter sembarang.</a:t>
            </a:r>
            <a:br/>
            <a:r>
              <a:t>3. Mengimplementasikan kalkulasi waktu tinggal (dwell time accumulation) untuk membedakan orang yang sekadar melintas dari pelaku intrusi yang berniat jahat.</a:t>
            </a:r>
            <a:br/>
            <a:r>
              <a:t>4. Membangun sistem pendeteksi kepatuhan APD (helm keselamatan dan rompi) pada pekerja stasiun pabrik.</a:t>
            </a:r>
            <a:br/>
            <a:br/>
            <a:r>
              <a:t>### 1.2 Kerangka Hasil Pembelajaran (Outputs, Outcomes, &amp; Impacts)</a:t>
            </a:r>
            <a:br/>
            <a:r>
              <a:t>* **Outputs (Keluaran Berwujud Langsung)**:</a:t>
            </a:r>
            <a:br/>
            <a:r>
              <a:t>  * Dokumen rancangan arsitektur pemrosesan visual dan spesifikasi parameter model Monitoring Berbasis CCTV.</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Monitoring Berbasis CCTV: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13.4.2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13.4.2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13.4.2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Monitoring Berbasis CCTV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