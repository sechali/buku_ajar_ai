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13.4.1: Deteksi Penyakit Daun</a:t>
            </a:r>
          </a:p>
          <a:p>
            <a:pPr>
              <a:spcBef>
                <a:spcPts val="1200"/>
              </a:spcBef>
              <a:defRPr sz="1600">
                <a:solidFill>
                  <a:srgbClr val="94A3B8"/>
                </a:solidFill>
              </a:defRPr>
            </a:pPr>
            <a:r>
              <a:t>Bagian 13: Integrasi Sistem AI, Deployment Edge, dan Studi Kasus Terapan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karakteristik visual dan siklus hidup patogen utama daun kelapa sawit (Curvularia maculans, Pestalotiopsis, dan Corticium salmonicolor).</a:t>
            </a:r>
          </a:p>
          <a:p>
            <a:pPr>
              <a:spcAft>
                <a:spcPts val="400"/>
              </a:spcAft>
              <a:defRPr sz="1100">
                <a:solidFill>
                  <a:srgbClr val="334155"/>
                </a:solidFill>
              </a:defRPr>
            </a:pPr>
            <a:r>
              <a:t>•  Menurunkan formulasi matematis Disease Severity Index (DSI) dan rasio luas lesi nekrotik berbasis analisis piksel terkuantisasi.</a:t>
            </a:r>
          </a:p>
          <a:p>
            <a:pPr>
              <a:spcAft>
                <a:spcPts val="400"/>
              </a:spcAft>
              <a:defRPr sz="1100">
                <a:solidFill>
                  <a:srgbClr val="334155"/>
                </a:solidFill>
              </a:defRPr>
            </a:pPr>
            <a:r>
              <a:t>•  Membangun pipeline terintegrasi: pra-segmentasi kanopi daun, inferensi model deep learning, dan kuantifikasi keparahan.</a:t>
            </a:r>
          </a:p>
          <a:p>
            <a:pPr>
              <a:spcAft>
                <a:spcPts val="400"/>
              </a:spcAft>
              <a:defRPr sz="1100">
                <a:solidFill>
                  <a:srgbClr val="334155"/>
                </a:solidFill>
              </a:defRPr>
            </a:pPr>
            <a:r>
              <a:t>•  Menerapkan pohon keputusan proteksi tanaman terpadu untuk menerjemahkan hasil inferensi AI menjadi instruksi agronomi operasional.</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Deteksi Penyakit Daun.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DSI = fracsum_v=0^4 (n_v times v)N times V_max times 100%</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Deteksi Penyakit Daun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SISTEM DETEKSI PENYAKIT DAUN KELAPA SAWIT REA</a:t>
            </a:r>
          </a:p>
        </p:txBody>
      </p:sp>
      <p:pic>
        <p:nvPicPr>
          <p:cNvPr id="12" name="Picture 11" descr="sistem_deteksi_penyakit_daun_kelapa_sawit_real_time.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karakteristik visual dan siklus hidup patogen utama daun kelapa sawit (Curvularia maculans, Pestalotiopsis, dan Corticium salmonicolor).</a:t>
            </a:r>
            <a:br/>
            <a:r>
              <a:t>2. Menurunkan formulasi matematis Disease Severity Index (DSI) dan rasio luas lesi nekrotik berbasis analisis piksel terkuantisasi.</a:t>
            </a:r>
            <a:br/>
            <a:r>
              <a:t>3. Membangun pipeline terintegrasi: pra-segmentasi kanopi daun, inferensi model deep learning, dan kuantifikasi keparahan.</a:t>
            </a:r>
            <a:br/>
            <a:r>
              <a:t>4. Menerapkan pohon keputusan proteksi tanaman terpadu untuk menerjemahkan hasil inferensi AI menjadi instruksi agronomi operasional.</a:t>
            </a:r>
            <a:br/>
            <a:br/>
            <a:r>
              <a:t>### 1.2 Kerangka Hasil Pembelajaran (Outputs, Outcomes, &amp; Impacts)</a:t>
            </a:r>
            <a:br/>
            <a:r>
              <a:t>* **Outputs (Keluaran Berwujud Langsung)**:</a:t>
            </a:r>
            <a:br/>
            <a:r>
              <a:t>  * Dokumen rancangan arsitektur pemrosesan visual dan spesifikasi parameter model Deteksi Penyakit Daun.</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Deteksi Penyakit Daun: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13.4.1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Deteksi Penyakit Daun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