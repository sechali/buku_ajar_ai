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 Konsep Dasar Artificial Intelligence</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definisi formal dan fondasi filosofis Artificial Intelligence (Simbolik vs Koneksionisme, Weak vs Strong AI, serta empat kuadran Russell &amp; Norvig).</a:t>
            </a:r>
          </a:p>
          <a:p>
            <a:pPr>
              <a:spcAft>
                <a:spcPts val="400"/>
              </a:spcAft>
              <a:defRPr sz="1100">
                <a:solidFill>
                  <a:srgbClr val="334155"/>
                </a:solidFill>
              </a:defRPr>
            </a:pPr>
            <a:r>
              <a:t>•  Menganalisis (C4) korelasi analogi sistem sensorik-motorik biologis manusia terhadap blok arsitektur komputasi AI (Sensors, Inference Engine, Actuators, Feedback Loop).</a:t>
            </a:r>
          </a:p>
          <a:p>
            <a:pPr>
              <a:spcAft>
                <a:spcPts val="400"/>
              </a:spcAft>
              <a:defRPr sz="1100">
                <a:solidFill>
                  <a:srgbClr val="334155"/>
                </a:solidFill>
              </a:defRPr>
            </a:pPr>
            <a:r>
              <a:t>•  Mengklasifikasikan (C3) tipologi implementasi AI dalam kehidupan sehari-hari (persepsi visual, kognitif NLP, prediktif analitis, kontrol otonom).</a:t>
            </a:r>
          </a:p>
          <a:p>
            <a:pPr>
              <a:spcAft>
                <a:spcPts val="400"/>
              </a:spcAft>
              <a:defRPr sz="1100">
                <a:solidFill>
                  <a:srgbClr val="334155"/>
                </a:solidFill>
              </a:defRPr>
            </a:pPr>
            <a:r>
              <a:t>•  Mengevaluasi (C4) urgensi dan relevansi algoritma AI dalam mengurai kompleksitas fenomena Big Data (kerangka kerja 5V) dan mengatasi limitasi kognitif manusia.</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Konsep Dasar Artificial Intelligence.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 mathcalP^* to mathcalA</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Konsep Dasar Artificial Intelligence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KORELASI SENSORIK-MOTORIK MANUSIA TERHADAP AI</a:t>
            </a:r>
          </a:p>
        </p:txBody>
      </p:sp>
      <p:pic>
        <p:nvPicPr>
          <p:cNvPr id="12" name="Picture 11" descr="analogi_sensorik_motorik.png"/>
          <p:cNvPicPr>
            <a:picLocks noChangeAspect="1"/>
          </p:cNvPicPr>
          <p:nvPr/>
        </p:nvPicPr>
        <p:blipFill>
          <a:blip r:embed="rId2"/>
          <a:stretch>
            <a:fillRect/>
          </a:stretch>
        </p:blipFill>
        <p:spPr>
          <a:xfrm>
            <a:off x="914399" y="2082338"/>
            <a:ext cx="5669280" cy="360772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definisi formal dan fondasi filosofis *Artificial Intelligence* (Simbolik vs Koneksionisme, *Weak* vs *Strong AI*, serta empat kuadran Russell &amp; Norvig).</a:t>
            </a:r>
            <a:br/>
            <a:r>
              <a:t>2. **Menganalisis (C4)** korelasi analogi sistem sensorik-motorik biologis manusia terhadap blok arsitektur komputasi AI (*Sensors, Inference Engine, Actuators, Feedback Loop*).</a:t>
            </a:r>
            <a:br/>
            <a:r>
              <a:t>3. **Mengklasifikasikan (C3)** tipologi implementasi AI dalam kehidupan sehari-hari (persepsi visual, kognitif NLP, prediktif analitis, kontrol otonom).</a:t>
            </a:r>
            <a:br/>
            <a:r>
              <a:t>4. **Mengevaluasi (C4)** urgensi dan relevansi algoritma AI dalam mengurai kompleksitas fenomena *Big Data* (kerangka kerja 5V) dan mengatasi limitasi kognitif manusia.</a:t>
            </a:r>
            <a:br/>
            <a:r>
              <a:t>5. **Merumuskan (C3)** kerangka kerja PEAS (*Performance, Environment, Actuators, Sensors*) dan menginterpretasikan notasi matematis fungsi rasionalitas agen ($f: \mathcal{P}^* \to \mathcal{A}$) tanpa bias simbolik.</a:t>
            </a:r>
            <a:br/>
            <a:br/>
            <a:r>
              <a:t>### 1.2 Kerangka Hasil Pembelajaran (Outputs, Outcomes, &amp; Impacts)</a:t>
            </a:r>
            <a:br/>
            <a:r>
              <a:t>* **Outputs (Keluaran Berwujud Langsung)**:</a:t>
            </a:r>
            <a:br/>
            <a:r>
              <a:t>  * Dokumen rancangan tabel spesifikasi PEAS (*Performance, Environment, Actuators, Sensors*) untuk skenario sistem cerdas nyata (studi kasus perkebunan atau pengawasan CCTV).</a:t>
            </a:r>
            <a:br/>
            <a:r>
              <a:t>  * Berkas kode program simulasi Python mandiri yang mengimplementasikan siklus persepsi-tindakan pada tiga arsitektur agen (*Random*, *Simple Reflex*, *Model-Based*).</a:t>
            </a:r>
            <a:br/>
            <a:r>
              <a:t>  * Grafik visual komparasi akumulasi skor utilitas antar-agen hasil simulasi empiris 50 langkah waktu.</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Konsep Dasar Artificial Intelligence: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Konsep Dasar Artificial Intelligence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