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1.6: Workflow Pengembangan Proyek Artificial Intelligence (AI Project Lifecycle)</a:t>
            </a:r>
          </a:p>
          <a:p>
            <a:pPr>
              <a:spcBef>
                <a:spcPts val="1200"/>
              </a:spcBef>
              <a:defRPr sz="1600">
                <a:solidFill>
                  <a:srgbClr val="94A3B8"/>
                </a:solidFill>
              </a:defRPr>
            </a:pPr>
            <a:r>
              <a:t>Bagian 1: Pengantar Kecerdasan Buatan &amp; Paradigma AI</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1.6</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Menguraikan (C2) 6 fase komprehensif dalam siklus hidup rekayasa proyek AI dari formulasi problem bisnis hingga pemeliharaan pasca-luncur (MLOps).</a:t>
            </a:r>
          </a:p>
          <a:p>
            <a:pPr>
              <a:spcAft>
                <a:spcPts val="400"/>
              </a:spcAft>
              <a:defRPr sz="1100">
                <a:solidFill>
                  <a:srgbClr val="334155"/>
                </a:solidFill>
              </a:defRPr>
            </a:pPr>
            <a:r>
              <a:t>•  Mendiagnosis (C4) potensi kebocoran data (Data Leakage) pada tahap rekayasa fitur dan merancang protokol isolasi partisi data yang ketat.</a:t>
            </a:r>
          </a:p>
          <a:p>
            <a:pPr>
              <a:spcAft>
                <a:spcPts val="400"/>
              </a:spcAft>
              <a:defRPr sz="1100">
                <a:solidFill>
                  <a:srgbClr val="334155"/>
                </a:solidFill>
              </a:defRPr>
            </a:pPr>
            <a:r>
              <a:t>•  Mengevaluasi (C4) stabilitas populasi data menggunakan formulasi matematis Population Stability Index (PSI) untuk mendeteksi pergeseran kovariat (Covariate Shift).</a:t>
            </a:r>
          </a:p>
          <a:p>
            <a:pPr>
              <a:spcAft>
                <a:spcPts val="400"/>
              </a:spcAft>
              <a:defRPr sz="1100">
                <a:solidFill>
                  <a:srgbClr val="334155"/>
                </a:solidFill>
              </a:defRPr>
            </a:pPr>
            <a:r>
              <a:t>•  Mengimplementasikan (C3) pipeline terpadu anti-leakage menggunakan `sklearn.pipeline.Pipeline`, serialisasi model, dan mekanisme pemicu pelatihan ulang otomatis (Automated Retraining).</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1.6</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Workflow Pengembangan Proyek Artificial Intelligence (AI Project Lifecycle).</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Indeks Stres Air = fracSuhu Permukaan DaunKelembaban Tanah + epsilon</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Workflow Pengembangan Proyek Artificial Intelligence (AI Project Lifecycle)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1.6</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SIKLUS HIDUP TERPADU REKAYASA PROYEK AI</a:t>
            </a:r>
          </a:p>
        </p:txBody>
      </p:sp>
      <p:pic>
        <p:nvPicPr>
          <p:cNvPr id="12" name="Picture 11" descr="ai_project_lifecycle_workflow.png"/>
          <p:cNvPicPr>
            <a:picLocks noChangeAspect="1"/>
          </p:cNvPicPr>
          <p:nvPr/>
        </p:nvPicPr>
        <p:blipFill>
          <a:blip r:embed="rId2"/>
          <a:stretch>
            <a:fillRect/>
          </a:stretch>
        </p:blipFill>
        <p:spPr>
          <a:xfrm>
            <a:off x="914399" y="2479866"/>
            <a:ext cx="5669280" cy="2812666"/>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1.6</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mahasiswa dan pembelajar diharapkan mampu:</a:t>
            </a:r>
            <a:br/>
            <a:r>
              <a:t>1. **Menguraikan (C2)** 6 fase komprehensif dalam siklus hidup rekayasa proyek AI dari formulasi problem bisnis hingga pemeliharaan pasca-luncur (*MLOps*).</a:t>
            </a:r>
            <a:br/>
            <a:r>
              <a:t>2. **Mendiagnosis (C4)** potensi kebocoran data (*Data Leakage*) pada tahap rekayasa fitur dan merancang protokol isolasi partisi data yang ketat.</a:t>
            </a:r>
            <a:br/>
            <a:r>
              <a:t>3. **Mengevaluasi (C4)** stabilitas populasi data menggunakan formulasi matematis *Population Stability Index* (PSI) untuk mendeteksi pergeseran kovariat (*Covariate Shift*).</a:t>
            </a:r>
            <a:br/>
            <a:r>
              <a:t>4. **Mengimplementasikan (C3)** pipeline terpadu anti-leakage menggunakan `sklearn.pipeline.Pipeline`, serialisasi model, dan mekanisme pemicu pelatihan ulang otomatis (*Automated Retraining*).</a:t>
            </a:r>
            <a:br/>
            <a:br/>
            <a:r>
              <a:t>### 1.2 Kerangka Hasil Pembelajaran (Outputs, Outcomes, &amp; Impacts)</a:t>
            </a:r>
            <a:br/>
            <a:r>
              <a:t>* **Outputs (Keluaran Berwujud Langsung)**:</a:t>
            </a:r>
            <a:br/>
            <a:r>
              <a:t>  * Blueprint arsitektur siklus hidup AI yang merinci 6 fase iteratif rekayasa data dan model di industri.</a:t>
            </a:r>
            <a:br/>
            <a:r>
              <a:t>  * Formulasi matematis metrik degradasi model (*Population Stability Index* / PSI) dan regularisasi Ridge ($L_2$).</a:t>
            </a:r>
            <a:br/>
            <a:r>
              <a:t>  * Kode program Python tingkat produksi yang menggabungkan pipeline prapemrosesan, validasi silang, dan kalkulator deteksi drift.</a:t>
            </a:r>
            <a:br/>
            <a:r>
              <a:t>* **Outcomes (Hasil Capaian &amp; Perubahan Kompetensi)**:</a:t>
            </a:r>
            <a:br/>
            <a:r>
              <a:t>  * Mahasiswa memiliki keahlian menerjemahkan kebutuhan bisnis agribisnis menjadi spesifikasi teknis dan objektif matematis AI yang terukur.</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1.6</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Workflow Pengembangan Proyek Artificial Intelligence (AI Project Lifecycle):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Jebakan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1.6</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JEBAKAN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JEBAKAN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JEBAKAN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1.6</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1.6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Workflow Pengembangan Proyek Artificial Intelligence (AI Project Lifecycle)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