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 Perbedaan AI, Machine Learning, dan Deep Learning</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hubungan hierarkis himpunan bagian antara Artificial Intelligence (AI), Machine Learning (ML), dan Deep Learning (DL).</a:t>
            </a:r>
          </a:p>
          <a:p>
            <a:pPr>
              <a:spcAft>
                <a:spcPts val="400"/>
              </a:spcAft>
              <a:defRPr sz="1100">
                <a:solidFill>
                  <a:srgbClr val="334155"/>
                </a:solidFill>
              </a:defRPr>
            </a:pPr>
            <a:r>
              <a:t>•  Menganalisis (C4) perbedaan mendasar pada mekanisme ekstraksi fitur (Manual Feature Engineering pada ML konvensional vs Automated Representation Learning pada Deep Learning).</a:t>
            </a:r>
          </a:p>
          <a:p>
            <a:pPr>
              <a:spcAft>
                <a:spcPts val="400"/>
              </a:spcAft>
              <a:defRPr sz="1100">
                <a:solidFill>
                  <a:srgbClr val="334155"/>
                </a:solidFill>
              </a:defRPr>
            </a:pPr>
            <a:r>
              <a:t>•  Mengevaluasi (C4) dinamika performa model terhadap skala volume data berdasarkan hipotesis kurva penskalaan (Data Scaling Power Law).</a:t>
            </a:r>
          </a:p>
          <a:p>
            <a:pPr>
              <a:spcAft>
                <a:spcPts val="400"/>
              </a:spcAft>
              <a:defRPr sz="1100">
                <a:solidFill>
                  <a:srgbClr val="334155"/>
                </a:solidFill>
              </a:defRPr>
            </a:pPr>
            <a:r>
              <a:t>•  Mengimplementasikan dan membandingkan (C3) performa klasifikasi tiga paradigma komputasi (Rule-based, Machine Learning Klasik, dan Deep Neural Network) pada dataset kasus pertanian yang sama.</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Perbedaan AI, Machine Learning, dan Deep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Deep Learning subset Machine Learning subset Artificial Intelligence</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Perbedaan AI, Machine Learning, dan Deep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DIAGRAM VENN RELASI AI, ML, DAN DL</a:t>
            </a:r>
          </a:p>
        </p:txBody>
      </p:sp>
      <p:pic>
        <p:nvPicPr>
          <p:cNvPr id="12" name="Picture 11" descr="venn_ai_ml_dl.png"/>
          <p:cNvPicPr>
            <a:picLocks noChangeAspect="1"/>
          </p:cNvPicPr>
          <p:nvPr/>
        </p:nvPicPr>
        <p:blipFill>
          <a:blip r:embed="rId2"/>
          <a:stretch>
            <a:fillRect/>
          </a:stretch>
        </p:blipFill>
        <p:spPr>
          <a:xfrm>
            <a:off x="1449977" y="1874519"/>
            <a:ext cx="4598125" cy="402336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hubungan hierarkis himpunan bagian antara *Artificial Intelligence* (AI), *Machine Learning* (ML), dan *Deep Learning* (DL).</a:t>
            </a:r>
            <a:br/>
            <a:r>
              <a:t>2. **Menganalisis (C4)** perbedaan mendasar pada mekanisme ekstraksi fitur (*Manual Feature Engineering* pada ML konvensional vs *Automated Representation Learning* pada Deep Learning).</a:t>
            </a:r>
            <a:br/>
            <a:r>
              <a:t>3. **Mengevaluasi (C4)** dinamika performa model terhadap skala volume data berdasarkan hipotesis kurva penskalaan (*Data Scaling Power Law*).</a:t>
            </a:r>
            <a:br/>
            <a:r>
              <a:t>4. **Mengimplementasikan dan membandingkan (C3)** performa klasifikasi tiga paradigma komputasi (*Rule-based*, *Machine Learning Klasik*, dan *Deep Neural Network*) pada dataset kasus pertanian yang sama.</a:t>
            </a:r>
            <a:br/>
            <a:br/>
            <a:r>
              <a:t>### 1.2 Kerangka Hasil Pembelajaran (Outputs, Outcomes, &amp; Impacts)</a:t>
            </a:r>
            <a:br/>
            <a:r>
              <a:t>* **Outputs (Keluaran Berwujud Langsung)**:</a:t>
            </a:r>
            <a:br/>
            <a:r>
              <a:t>  * Tabel matriks komparasi 7 parameter teknis yang membedakan sistem berbasis aturan, ML klasik, dan Deep Learning.</a:t>
            </a:r>
            <a:br/>
            <a:r>
              <a:t>  * Berkas kode program Python mandiri yang mengeksekusi perbandingan tiga paradigma model secara langsung pada data inspeksi daun.</a:t>
            </a:r>
            <a:br/>
            <a:r>
              <a:t>  * Grafik empiris kurva hubungan antara jumlah sampel data latih ($N$) dengan akurasi akhir masing-masing paradigma.</a:t>
            </a:r>
            <a:br/>
            <a:r>
              <a:t>* **Outcomes (Hasil Capaian &amp; Perubahan Kompetensi)**:</a:t>
            </a:r>
            <a:br/>
            <a:r>
              <a:t>  * Mahasiswa mampu mengambil keputusan rekayasa yang rasional dan efisien: tidak menggunakan *Deep Learning* secara berlebihan (*overkill*) untuk data tabular sederhana yang cukup diselesaikan dengan ML klasik.</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Perbedaan AI, Machine Learning, dan Deep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Perbedaan AI, Machine Learning, dan Deep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