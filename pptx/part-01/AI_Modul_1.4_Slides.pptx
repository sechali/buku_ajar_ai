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1.4: Jenis AI (ANI, AGI, ASI)</a:t>
            </a:r>
          </a:p>
          <a:p>
            <a:pPr>
              <a:spcBef>
                <a:spcPts val="1200"/>
              </a:spcBef>
              <a:defRPr sz="1600">
                <a:solidFill>
                  <a:srgbClr val="94A3B8"/>
                </a:solidFill>
              </a:defRPr>
            </a:pPr>
            <a:r>
              <a:t>Bagian 1: Pengantar Kecerdasan Buatan &amp; Paradigma AI</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1.4</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Menguraikan (C2) klasifikasi tiga tingkat kapabilitas kecerdasan buatan: Artificial Narrow Intelligence (ANI), Artificial General Intelligence (AGI), dan Artificial Superintelligence (ASI).</a:t>
            </a:r>
          </a:p>
          <a:p>
            <a:pPr>
              <a:spcAft>
                <a:spcPts val="400"/>
              </a:spcAft>
              <a:defRPr sz="1100">
                <a:solidFill>
                  <a:srgbClr val="334155"/>
                </a:solidFill>
              </a:defRPr>
            </a:pPr>
            <a:r>
              <a:t>•  Menganalisis secara kritis (C4) posisi teknologi mutakhir saat ini (Large Language Models dan model multimodal) dalam kontinum transisi menuju AGI.</a:t>
            </a:r>
          </a:p>
          <a:p>
            <a:pPr>
              <a:spcAft>
                <a:spcPts val="400"/>
              </a:spcAft>
              <a:defRPr sz="1100">
                <a:solidFill>
                  <a:srgbClr val="334155"/>
                </a:solidFill>
              </a:defRPr>
            </a:pPr>
            <a:r>
              <a:t>•  Mengevaluasi (C4) keterbatasan mendasar arsitektur ANI, khususnya fenomena lupa katastrofik (Catastrophic Forgetting) dan dilema stabilitas-plastisitas (Stability-Plasticity Dilemma).</a:t>
            </a:r>
          </a:p>
          <a:p>
            <a:pPr>
              <a:spcAft>
                <a:spcPts val="400"/>
              </a:spcAft>
              <a:defRPr sz="1100">
                <a:solidFill>
                  <a:srgbClr val="334155"/>
                </a:solidFill>
              </a:defRPr>
            </a:pPr>
            <a:r>
              <a:t>•  Menghitung dan menginterpretasikan (C3) metrik efisiensi kecerdasan konseptual François Chollet (\Upsilon) serta mengimplementasikan simulasi transfer adaptif multi-tugas sederhana dalam Python.</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1.4</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Jenis AI (ANI, AGI, ASI).</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Model_t+1 = Optimize(Model_t)</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Jenis AI (ANI, AGI, ASI)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1.4</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SPEKTRUM KLASIFIKASI KAPABILITAS AI</a:t>
            </a:r>
          </a:p>
        </p:txBody>
      </p:sp>
      <p:pic>
        <p:nvPicPr>
          <p:cNvPr id="12" name="Picture 11" descr="spektrum_ani_agi_asi.png"/>
          <p:cNvPicPr>
            <a:picLocks noChangeAspect="1"/>
          </p:cNvPicPr>
          <p:nvPr/>
        </p:nvPicPr>
        <p:blipFill>
          <a:blip r:embed="rId2"/>
          <a:stretch>
            <a:fillRect/>
          </a:stretch>
        </p:blipFill>
        <p:spPr>
          <a:xfrm>
            <a:off x="914399" y="2340032"/>
            <a:ext cx="5669280" cy="3092334"/>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1.4</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**Menguraikan (C2)** klasifikasi tiga tingkat kapabilitas kecerdasan buatan: *Artificial Narrow Intelligence* (ANI), *Artificial General Intelligence* (AGI), dan *Artificial Superintelligence* (ASI).</a:t>
            </a:r>
            <a:br/>
            <a:r>
              <a:t>2. **Menganalisis secara kritis (C4)** posisi teknologi mutakhir saat ini (*Large Language Models* dan model multimodal) dalam kontinum transisi menuju AGI.</a:t>
            </a:r>
            <a:br/>
            <a:r>
              <a:t>3. **Mengevaluasi (C4)** keterbatasan mendasar arsitektur ANI, khususnya fenomena lupa katastrofik (*Catastrophic Forgetting*) dan dilema stabilitas-plastisitas (*Stability-Plasticity Dilemma*).</a:t>
            </a:r>
            <a:br/>
            <a:r>
              <a:t>4. **Menghitung dan menginterpretasikan (C3)** metrik efisiensi kecerdasan konseptual François Chollet ($\Upsilon$) serta mengimplementasikan simulasi transfer adaptif multi-tugas sederhana dalam Python.</a:t>
            </a:r>
            <a:br/>
            <a:br/>
            <a:r>
              <a:t>### 1.2 Kerangka Hasil Pembelajaran (Outputs, Outcomes, &amp; Impacts)</a:t>
            </a:r>
            <a:br/>
            <a:r>
              <a:t>* **Outputs (Keluaran Berwujud Langsung)**:</a:t>
            </a:r>
            <a:br/>
            <a:r>
              <a:t>  * Diagram pemetaan spektrum kapabilitas AI beserta tabel matriks komparasi 6 parameter penentu antara ANI, AGI, dan ASI.</a:t>
            </a:r>
            <a:br/>
            <a:r>
              <a:t>  * Berkas kode program Python mandiri yang mendemonstrasikan fenomena *Catastrophic Forgetting* pada jaringan syaraf dan teknik proteksi retensi bobot (*Elastic Weight Consolidation / Feature Preserving*).</a:t>
            </a:r>
            <a:br/>
            <a:r>
              <a:t>  * Laporan analisis evaluasi kritis uji kelayakan AGI (seperti *ARC Benchmark* dan *Wozniak Coffee Test*).</a:t>
            </a:r>
            <a:br/>
            <a:r>
              <a:t>* **Outcomes (Hasil Capaian &amp; Perubahan Kompetensi)**:</a:t>
            </a:r>
            <a:br/>
            <a:r>
              <a:t>  * Mahasiswa tidak mudah terjebak oleh sensasi (*hype*) industri: mampu membedakan sistem yang sekadar memiliki bank memori masif (*Broad Narrow AI*) dengan sistem yang benar-benar memiliki penalaran kausal umum (*General Intelligence*).</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1.4</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Jenis AI (ANI, AGI, ASI):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Jebakan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1.4</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JEBAKAN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JEBAKAN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JEBAKAN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1.4</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1.4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Jenis AI (ANI, AGI, ASI)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