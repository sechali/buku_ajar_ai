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6.2: Matriks Konfusi (Confusion Matrix) - Anatomi Kesalahan Klasifikasi Biner dan Multi-Kelas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6: Evaluasi Model dan Pengambilan Keputusan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Membedah (C2) anatomi matriks kontinjensi 2 	imes 2 (Biner) dan K 	imes K (Multi-Kelas) dengan mengidentifikasi posisi diagonal utama dan elemen di luar diagonal (off-diagonal).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Mengevaluasi (C4) klasifikasi multi-kelas dengan menghitung presisi, recall, dan skor F1 per kelas individual pada kasus sortasi fraksi kematangan TBS kelapa sawit.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Menerapkan (C3) tiga strategi agregasi global (Macro-Averaging, Micro-Averaging, dan Weighted-Averaging) pada data agro-industri dengan distribusi kelas tidak seimbang.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Menginterpretasikan (C4) matriks konfusi ternormalisasi baris vs kolom untuk mengaudit kinerja operasional sistem sortasi TBS di pabrik kelapa sawit (PKS).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Matriks Konfusi (Confusion Matrix) - Anatomi Kesalahan Klasifikasi Biner dan Multi-Kelas.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P = TP + FN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Matriks Konfusi (Confusion Matrix) - Anatomi Kesalahan Klasifikasi Biner dan Multi-Kelas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ANATOMI MATRIKS KONFUSI BINER DAN MULTI-KELAS</a:t>
            </a:r>
          </a:p>
        </p:txBody>
      </p:sp>
      <p:pic>
        <p:nvPicPr>
          <p:cNvPr id="12" name="Picture 11" descr="anatomi_confusion_matrix_biner_dan_multike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646045"/>
            <a:ext cx="5669280" cy="248031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 Pipeline Standar Industri Python</a:t>
            </a:r>
            <a:br/>
            <a:r>
              <a:t>import numpy as np</a:t>
            </a:r>
            <a:br/>
            <a:br/>
            <a:r>
              <a:t>def execute_pipeline(data):</a:t>
            </a:r>
            <a:br/>
            <a:r>
              <a:t>    # Pemrosesan terstandardisasi</a:t>
            </a:r>
            <a:br/>
            <a:r>
              <a:t>    return np.asarray(data)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Matriks Konfusi (Confusion Matrix) - Anatomi Kesalahan Klasifikasi Biner dan Multi-Kelas: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PART-06 • AI Modul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6.2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6.2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Matriks Konfusi (Confusion Matrix) - Anatomi Kesalahan Klasifikasi Biner dan Multi-Kelas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