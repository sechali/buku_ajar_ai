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6.3: Validasi Silang (Cross-Validation) - Protokol Evaluasi Bebas Bias dan Estimasi Varians Kinerja</a:t>
            </a:r>
          </a:p>
          <a:p>
            <a:pPr>
              <a:spcBef>
                <a:spcPts val="1200"/>
              </a:spcBef>
              <a:defRPr sz="1600">
                <a:solidFill>
                  <a:srgbClr val="94A3B8"/>
                </a:solidFill>
              </a:defRPr>
            </a:pPr>
            <a:r>
              <a:t>Bagian 6: Evaluasi Model dan Pengambilan Keputusan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Mendiagnosis (C4) keterbatasan skema Hold-Out tunggal yang menimbulkan variansi estimasi tinggi dan optimisme semu pada dataset lapangan.</a:t>
            </a:r>
          </a:p>
          <a:p>
            <a:pPr>
              <a:spcAft>
                <a:spcPts val="400"/>
              </a:spcAft>
              <a:defRPr sz="1100">
                <a:solidFill>
                  <a:srgbClr val="334155"/>
                </a:solidFill>
              </a:defRPr>
            </a:pPr>
            <a:r>
              <a:t>•  Memformulasikan (C3) K-Fold Cross-Validation dengan menghitung nilai rerata kinerja \bar{S}, varians sampel antar-lipatan s^2_{\text{CV}}, dan galat baku rata-rata (Standard Error).</a:t>
            </a:r>
          </a:p>
          <a:p>
            <a:pPr>
              <a:spcAft>
                <a:spcPts val="400"/>
              </a:spcAft>
              <a:defRPr sz="1100">
                <a:solidFill>
                  <a:srgbClr val="334155"/>
                </a:solidFill>
              </a:defRPr>
            </a:pPr>
            <a:r>
              <a:t>•  Menerapkan (C3) Stratified K-Fold pada kasus penyakit tanaman langka untuk mempertahankan proporsi kelas target pada setiap partisi lipatan evaluasi.</a:t>
            </a:r>
          </a:p>
          <a:p>
            <a:pPr>
              <a:spcAft>
                <a:spcPts val="400"/>
              </a:spcAft>
              <a:defRPr sz="1100">
                <a:solidFill>
                  <a:srgbClr val="334155"/>
                </a:solidFill>
              </a:defRPr>
            </a:pPr>
            <a:r>
              <a:t>•  Mengisolasi (C4) kebocoran spasial menggunakan Spatial Group K-Fold guna memblokir autokorelasi spasial antar-petak kebun, serta Time-Series Split untuk mencegah kebocoran informasi masa depan (look-ahead bias).</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Validasi Silang (Cross-Validation) - Protokol Evaluasi Bebas Bias dan Estimasi Varians Kinerja.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barS = frac1Ksum_k=1^K S_k</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Validasi Silang (Cross-Validation) - Protokol Evaluasi Bebas Bias dan Estimasi Varians Kinerja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SKEMA KOMPARASI ARSITEKTUR K-FOLD DAN VALIDAS</a:t>
            </a:r>
          </a:p>
        </p:txBody>
      </p:sp>
      <p:pic>
        <p:nvPicPr>
          <p:cNvPr id="12" name="Picture 11" descr="skema_komparasi_arsitektur_kfold_dan_spatial_group_cv.png"/>
          <p:cNvPicPr>
            <a:picLocks noChangeAspect="1"/>
          </p:cNvPicPr>
          <p:nvPr/>
        </p:nvPicPr>
        <p:blipFill>
          <a:blip r:embed="rId2"/>
          <a:stretch>
            <a:fillRect/>
          </a:stretch>
        </p:blipFill>
        <p:spPr>
          <a:xfrm>
            <a:off x="914399" y="1996439"/>
            <a:ext cx="5669280" cy="377952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Pipeline Standar Industri Python</a:t>
            </a:r>
            <a:br/>
            <a:r>
              <a:t>import numpy as np</a:t>
            </a:r>
            <a:br/>
            <a:br/>
            <a:r>
              <a:t>def execute_pipeline(data):</a:t>
            </a:r>
            <a:br/>
            <a:r>
              <a:t>    # Pemrosesan terstandardisasi</a:t>
            </a:r>
            <a:br/>
            <a:r>
              <a:t>    return np.asarray(data)</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Validasi Silang (Cross-Validation) - Protokol Evaluasi Bebas Bias dan Estimasi Varians Kinerja: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PART-06 • AI Modul 6.3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6.3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6.3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Validasi Silang (Cross-Validation) - Protokol Evaluasi Bebas Bias dan Estimasi Varians Kinerja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