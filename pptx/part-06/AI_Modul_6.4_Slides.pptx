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6.4: Perbandingan Performa Model - Uji Signifikansi Statistik dan Evaluasi Multi-Kriteria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6: Evaluasi Model dan Pengambilan Keputusan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Mengidentifikasi (C2) limitasi evaluasi berbasis selisih skor tunggal dan urgensi pengujian signifikansi statistik formal pada pemodelan AI agribisnis.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analisis kurva ROC dan indeks Youden (J) untuk memilih titik ambang batas keputusan probabilitas optimal.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pelanggaran asumsi independensi pada validasi silang serta menghitung statistik uji paired t-test terkoreksi Nadeau-Bengio.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Mengevaluasi (C4) keunggulan komparatif multi-model menggunakan uji non-parametrik (Wilcoxon Signed-Rank Test dan Uji Friedman).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Perbandingan Performa Model - Uji Signifikansi Statistik dan Evaluasi Multi-Kriteria.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TPR(theta) = fracTP(theta)TP(theta) + FN(theta)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Perbandingan Performa Model - Uji Signifikansi Statistik dan Evaluasi Multi-Kriteria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KURVA ROC-AUC MULTI-MODEL KOMPARASI</a:t>
            </a:r>
          </a:p>
        </p:txBody>
      </p:sp>
      <p:pic>
        <p:nvPicPr>
          <p:cNvPr id="12" name="Picture 11" descr="kurva_roc_auc_multi_model_kompar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39" y="1874519"/>
            <a:ext cx="5029200" cy="40233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ini, mahasiswa dan pembelajar diharapkan mampu:</a:t>
            </a:r>
            <a:br/>
            <a:r>
              <a:t>1. **Mengidentifikasi (C2)** limitasi evaluasi berbasis selisih skor tunggal dan urgensi pengujian signifikansi statistik formal pada pemodelan AI agribisnis.</a:t>
            </a:r>
            <a:br/>
            <a:r>
              <a:t>2. **Menerapkan (C3)** analisis kurva ROC dan indeks Youden ($J$) untuk memilih titik ambang batas keputusan probabilitas optimal.</a:t>
            </a:r>
            <a:br/>
            <a:r>
              <a:t>3. **Menganalisis (C4)** pelanggaran asumsi independensi pada validasi silang serta menghitung statistik uji *paired t-test* terkoreksi Nadeau-Bengio.</a:t>
            </a:r>
            <a:br/>
            <a:r>
              <a:t>4. **Mengevaluasi (C4)** keunggulan komparatif multi-model menggunakan uji non-parametrik (*Wilcoxon Signed-Rank Test* dan *Uji Friedman*).</a:t>
            </a:r>
            <a:br/>
            <a:r>
              <a:t>5. **Merumuskan (C3)** fungsi utilitas multi-kriteria industri yang menyeimbangkan metrik diskriminasi (ROC-AUC), latensi inferensi hardware, dan konsumsi daya komputasi tepi (*edge AI*).</a:t>
            </a:r>
            <a:br/>
            <a:br/>
            <a:r>
              <a:t>### 1.2 Kerangka Hasil Pembelajaran (Outputs, Outcomes, &amp; Impacts)</a:t>
            </a:r>
            <a:br/>
            <a:r>
              <a:t>* **Outputs (Keluaran Berwujud Langsung)**:</a:t>
            </a:r>
            <a:br/>
            <a:r>
              <a:t>  * Grafik komparasi kurva ROC multi-model dengan anotasi titik ambang batas optimal Youden ($J$) pada kasus deteksi stres kanopi sawit.</a:t>
            </a:r>
            <a:br/>
            <a:r>
              <a:t>  * Modul skrip Python yang mengimplementasikan uji *paired t-test* terkoreksi Nadeau-Bengio, uji Wilcoxon, dan kalkulasi fungsi utilitas multi-kriteria.</a:t>
            </a:r>
            <a:br/>
            <a:r>
              <a:t>  * Laporan evaluasi komparatif multi-model yang memuat tabel signifikansi statistik dan matriks keputusan kelayakan deployment tepi.</a:t>
            </a:r>
            <a:br/>
            <a:r>
              <a:t>* **Outcomes (Hasil Capaian &amp; Perubahan Kompetensi)**:</a:t>
            </a:r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Perbandingan Performa Model - Uji Signifikansi Statistik dan Evaluasi Multi-Kriteria: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6.4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Perbandingan Performa Model - Uji Signifikansi Statistik dan Evaluasi Multi-Kriteria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