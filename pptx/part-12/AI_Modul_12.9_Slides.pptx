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12.9: Faster R-CNN (Regions with Convolutional Neural Networks)</a:t>
            </a:r>
          </a:p>
          <a:p>
            <a:pPr>
              <a:spcBef>
                <a:spcPts val="1200"/>
              </a:spcBef>
              <a:defRPr sz="1600">
                <a:solidFill>
                  <a:srgbClr val="94A3B8"/>
                </a:solidFill>
              </a:defRPr>
            </a:pPr>
            <a:r>
              <a:t>Bagian 12: Convolutional Neural Networks (CNN) dan Object Detection</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PART-12 • AI Modul 12.9</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12.9</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Memahami evolusi historis dan konseptual dari R-CNN, Fast R-CNN, hingga Faster R-CNN.</a:t>
            </a:r>
          </a:p>
          <a:p>
            <a:pPr>
              <a:spcAft>
                <a:spcPts val="400"/>
              </a:spcAft>
              <a:defRPr sz="1100">
                <a:solidFill>
                  <a:srgbClr val="334155"/>
                </a:solidFill>
              </a:defRPr>
            </a:pPr>
            <a:r>
              <a:t>•  Membedah mekanika kerja Region Proposal Network (RPN): sliding window, anchor priors, dan pembagian bobot backbone.</a:t>
            </a:r>
          </a:p>
          <a:p>
            <a:pPr>
              <a:spcAft>
                <a:spcPts val="400"/>
              </a:spcAft>
              <a:defRPr sz="1100">
                <a:solidFill>
                  <a:srgbClr val="334155"/>
                </a:solidFill>
              </a:defRPr>
            </a:pPr>
            <a:r>
              <a:t>•  Menurunkan formulasi matematis penyelarasan spasial: perbedaan mendasar antara RoI Pooling (kuantisasi diskrit) vs RoIAlign (interpolasi bilinear).</a:t>
            </a:r>
          </a:p>
          <a:p>
            <a:pPr>
              <a:spcAft>
                <a:spcPts val="400"/>
              </a:spcAft>
              <a:defRPr sz="1100">
                <a:solidFill>
                  <a:srgbClr val="334155"/>
                </a:solidFill>
              </a:defRPr>
            </a:pPr>
            <a:r>
              <a:t>•  Memahami fungsi kerugian gabungan multi-tugas (Multi-Task Loss) pada RPN dan Fast R-CNN head.</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PART-12 • AI Modul 12.9</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12.9</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Faster R-CNN (Regions with Convolutional Neural Networks).</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t_x = fracg_x - a_xa_w,    t_y = fracg_y - a_ya_h</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Faster R-CNN (Regions with Convolutional Neural Networks)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PART-12 • AI Modul 12.9</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12.9</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ARSITEKTUR TWO-STAGE FASTER R-CNN</a:t>
            </a:r>
          </a:p>
        </p:txBody>
      </p:sp>
      <p:pic>
        <p:nvPicPr>
          <p:cNvPr id="12" name="Picture 11" descr="arsitektur_two_stage_faster_rcnn_rpn_roi_pooling.png"/>
          <p:cNvPicPr>
            <a:picLocks noChangeAspect="1"/>
          </p:cNvPicPr>
          <p:nvPr/>
        </p:nvPicPr>
        <p:blipFill>
          <a:blip r:embed="rId2"/>
          <a:stretch>
            <a:fillRect/>
          </a:stretch>
        </p:blipFill>
        <p:spPr>
          <a:xfrm>
            <a:off x="914399" y="2468880"/>
            <a:ext cx="5669280" cy="2834640"/>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PART-12 • AI Modul 12.9</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12.9</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ini, mahasiswa dan pembelajar diharapkan mampu:</a:t>
            </a:r>
            <a:br/>
            <a:r>
              <a:t>1. Memahami evolusi historis dan konseptual dari R-CNN, Fast R-CNN, hingga Faster R-CNN.</a:t>
            </a:r>
            <a:br/>
            <a:r>
              <a:t>2. Membedah mekanika kerja Region Proposal Network (RPN): sliding window, anchor priors, dan pembagian bobot backbone.</a:t>
            </a:r>
            <a:br/>
            <a:r>
              <a:t>3. Menurunkan formulasi matematis penyelarasan spasial: perbedaan mendasar antara RoI Pooling (kuantisasi diskrit) vs RoIAlign (interpolasi bilinear).</a:t>
            </a:r>
            <a:br/>
            <a:r>
              <a:t>4. Memahami fungsi kerugian gabungan multi-tugas (Multi-Task Loss) pada RPN dan Fast R-CNN head.</a:t>
            </a:r>
            <a:br/>
            <a:br/>
            <a:r>
              <a:t>### 1.2 Kerangka Hasil Pembelajaran (Outputs, Outcomes, &amp; Impacts)</a:t>
            </a:r>
            <a:br/>
            <a:r>
              <a:t>* **Outputs (Keluaran Berwujud Langsung)**:</a:t>
            </a:r>
            <a:br/>
            <a:r>
              <a:t>  * Dokumen rancangan arsitektur pemrosesan visual dan spesifikasi parameter model Faster R-CNN (Regions with Convolutional Neural Networks).</a:t>
            </a:r>
            <a:br/>
            <a:r>
              <a:t>  * Berkas kode program Python modular tervalidasi menggunakan PyTorch/OpenCV yang siap diuji di lapangan.</a:t>
            </a:r>
            <a:br/>
            <a:r>
              <a:t>  * Grafik metrik evaluasi kinerja (akurasi, mAP, latensi inferensi, dan konsumsi memori aktivasi).</a:t>
            </a:r>
            <a:br/>
            <a:r>
              <a:t>* **Outcomes (Hasil Capaian &amp; Perubahan Kompetensi)**:</a:t>
            </a:r>
            <a:br/>
            <a:r>
              <a:t>  * Penguasaan mendalam terhadap formulasi matematika dan mekanisme konvolusi/deteksi objek visual.</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PART-12 • AI Modul 12.9</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12.9</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Faster R-CNN (Regions with Convolutional Neural Networks):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PART-12 • AI Modul 12.9</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12.9</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PART-12 • AI Modul 12.9</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12.9</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12.9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Faster R-CNN (Regions with Convolutional Neural Networks)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