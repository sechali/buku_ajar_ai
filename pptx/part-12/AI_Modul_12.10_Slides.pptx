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12.10: Training Dataset Citra</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12.10</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Menguasai struktur dan konversi antar-format anotasi citra standar: format teks YOLO, format JSON terstruktur COCO, dan format XML Pascal VOC.</a:t>
            </a:r>
          </a:p>
          <a:p>
            <a:pPr>
              <a:spcAft>
                <a:spcPts val="400"/>
              </a:spcAft>
              <a:defRPr sz="1100">
                <a:solidFill>
                  <a:srgbClr val="334155"/>
                </a:solidFill>
              </a:defRPr>
            </a:pPr>
            <a:r>
              <a:t>•  Memahami formulasi matematis augmentasi komposit lanjutan: teknik pencampuran citra MixUp dan penyusunan ubin Mosaic.</a:t>
            </a:r>
          </a:p>
          <a:p>
            <a:pPr>
              <a:spcAft>
                <a:spcPts val="400"/>
              </a:spcAft>
              <a:defRPr sz="1100">
                <a:solidFill>
                  <a:srgbClr val="334155"/>
                </a:solidFill>
              </a:defRPr>
            </a:pPr>
            <a:r>
              <a:t>•  Menguasai akselerasi komputasi Automatic Mixed Precision (AMP) menggunakan `torch.cuda.amp.autocast` dan `GradScaler` untuk menghemat 50% VRAM GPU.</a:t>
            </a:r>
          </a:p>
          <a:p>
            <a:pPr>
              <a:spcAft>
                <a:spcPts val="400"/>
              </a:spcAft>
              <a:defRPr sz="1100">
                <a:solidFill>
                  <a:srgbClr val="334155"/>
                </a:solidFill>
              </a:defRPr>
            </a:pPr>
            <a:r>
              <a:t>•  Membangun pipeline pelatihan berstandar produksi yang mencakup learning rate warm-up, checkpointing, dan pelacakan metrik.</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12.10</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Training Dataset Citra.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class_id    x_center    y_center    w    h</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Training Dataset Citra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12.10</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PIPELINE END-TO-END TRAINING DATASET CITRA</a:t>
            </a:r>
          </a:p>
        </p:txBody>
      </p:sp>
      <p:pic>
        <p:nvPicPr>
          <p:cNvPr id="12" name="Picture 11" descr="pipeline_end_to_end_training_dataset_citra.png"/>
          <p:cNvPicPr>
            <a:picLocks noChangeAspect="1"/>
          </p:cNvPicPr>
          <p:nvPr/>
        </p:nvPicPr>
        <p:blipFill>
          <a:blip r:embed="rId2"/>
          <a:stretch>
            <a:fillRect/>
          </a:stretch>
        </p:blipFill>
        <p:spPr>
          <a:xfrm>
            <a:off x="914399" y="2577904"/>
            <a:ext cx="5669280" cy="261659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12.10</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Menguasai struktur dan konversi antar-format anotasi citra standar: format teks YOLO, format JSON terstruktur COCO, dan format XML Pascal VOC.</a:t>
            </a:r>
            <a:br/>
            <a:r>
              <a:t>2. Memahami formulasi matematis augmentasi komposit lanjutan: teknik pencampuran citra MixUp dan penyusunan ubin Mosaic.</a:t>
            </a:r>
            <a:br/>
            <a:r>
              <a:t>3. Menguasai akselerasi komputasi Automatic Mixed Precision (AMP) menggunakan `torch.cuda.amp.autocast` dan `GradScaler` untuk menghemat 50% VRAM GPU.</a:t>
            </a:r>
            <a:br/>
            <a:r>
              <a:t>4. Membangun pipeline pelatihan berstandar produksi yang mencakup learning rate warm-up, checkpointing, dan pelacakan metrik.</a:t>
            </a:r>
            <a:br/>
            <a:br/>
            <a:r>
              <a:t>### 1.2 Kerangka Hasil Pembelajaran (Outputs, Outcomes, &amp; Impacts)</a:t>
            </a:r>
            <a:br/>
            <a:r>
              <a:t>* **Outputs (Keluaran Berwujud Langsung)**:</a:t>
            </a:r>
            <a:br/>
            <a:r>
              <a:t>  * Dokumen rancangan arsitektur pemrosesan visual dan spesifikasi parameter model Training Dataset Citra.</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12.10</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Training Dataset Citra: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12.10</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12.10</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12.10</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12.10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Training Dataset Citra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