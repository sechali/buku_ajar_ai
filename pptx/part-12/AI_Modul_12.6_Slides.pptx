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12.6: Object Detection</a:t>
            </a:r>
          </a:p>
          <a:p>
            <a:pPr>
              <a:spcBef>
                <a:spcPts val="1200"/>
              </a:spcBef>
              <a:defRPr sz="1600">
                <a:solidFill>
                  <a:srgbClr val="94A3B8"/>
                </a:solidFill>
              </a:defRPr>
            </a:pPr>
            <a:r>
              <a:t>Bagian 12: Convolutional Neural Networks (CNN) dan Object Detection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12.6</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format representasi kotak pembatas: sudut absolut (x_{min}, y_{min}, x_{max}, y_{max}) vs pusat ternormalisasi (x_c, y_c, w, h).</a:t>
            </a:r>
          </a:p>
          <a:p>
            <a:pPr>
              <a:spcAft>
                <a:spcPts val="400"/>
              </a:spcAft>
              <a:defRPr sz="1100">
                <a:solidFill>
                  <a:srgbClr val="334155"/>
                </a:solidFill>
              </a:defRPr>
            </a:pPr>
            <a:r>
              <a:t>•  Menurunkan formulasi matematis Intersection over Union (IoU) dan mengimplementasikannya secara vektorisasi murni.</a:t>
            </a:r>
          </a:p>
          <a:p>
            <a:pPr>
              <a:spcAft>
                <a:spcPts val="400"/>
              </a:spcAft>
              <a:defRPr sz="1100">
                <a:solidFill>
                  <a:srgbClr val="334155"/>
                </a:solidFill>
              </a:defRPr>
            </a:pPr>
            <a:r>
              <a:t>•  Menguasai logika algoritma Non-Maximum Suppression (NMS) klasik dan penanganan objek saling bertumpuk via Soft-NMS.</a:t>
            </a:r>
          </a:p>
          <a:p>
            <a:pPr>
              <a:spcAft>
                <a:spcPts val="400"/>
              </a:spcAft>
              <a:defRPr sz="1100">
                <a:solidFill>
                  <a:srgbClr val="334155"/>
                </a:solidFill>
              </a:defRPr>
            </a:pPr>
            <a:r>
              <a:t>•  Memahami kalkulasi kurva Precision-Recall, interpolasi 11-titik, dan Mean Average Precision (mAP).</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12.6</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Object Detection.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B_corner = [x_min, y_min, x_max, y_max]</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Object Detection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12.6</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KONSEP DASAR OBJECT DETECTION</a:t>
            </a:r>
          </a:p>
        </p:txBody>
      </p:sp>
      <p:pic>
        <p:nvPicPr>
          <p:cNvPr id="12" name="Picture 11" descr="konsep_dasar_object_detection_bounding_box_iou_nms.png"/>
          <p:cNvPicPr>
            <a:picLocks noChangeAspect="1"/>
          </p:cNvPicPr>
          <p:nvPr/>
        </p:nvPicPr>
        <p:blipFill>
          <a:blip r:embed="rId2"/>
          <a:stretch>
            <a:fillRect/>
          </a:stretch>
        </p:blipFill>
        <p:spPr>
          <a:xfrm>
            <a:off x="914399" y="2577904"/>
            <a:ext cx="5669280" cy="261659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12.6</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format representasi kotak pembatas: sudut absolut $(x_{min}, y_{min}, x_{max}, y_{max})$ vs pusat ternormalisasi $(x_c, y_c, w, h)$.</a:t>
            </a:r>
            <a:br/>
            <a:r>
              <a:t>2. Menurunkan formulasi matematis Intersection over Union (IoU) dan mengimplementasikannya secara vektorisasi murni.</a:t>
            </a:r>
            <a:br/>
            <a:r>
              <a:t>3. Menguasai logika algoritma Non-Maximum Suppression (NMS) klasik dan penanganan objek saling bertumpuk via Soft-NMS.</a:t>
            </a:r>
            <a:br/>
            <a:r>
              <a:t>4. Memahami kalkulasi kurva Precision-Recall, interpolasi 11-titik, dan Mean Average Precision (mAP).</a:t>
            </a:r>
            <a:br/>
            <a:br/>
            <a:r>
              <a:t>### 1.2 Kerangka Hasil Pembelajaran (Outputs, Outcomes, &amp; Impacts)</a:t>
            </a:r>
            <a:br/>
            <a:r>
              <a:t>* **Outputs (Keluaran Berwujud Langsung)**:</a:t>
            </a:r>
            <a:br/>
            <a:r>
              <a:t>  * Dokumen rancangan arsitektur pemrosesan visual dan spesifikasi parameter model Object Detection.</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12.6</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Object Detection: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12.6</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12.6</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12.6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Object Detection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