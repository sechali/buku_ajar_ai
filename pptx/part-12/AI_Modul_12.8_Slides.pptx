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12.8: Single Shot Detector (SSD)</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12.8</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arsitektur piramida fitur multi-resolusi SSD dan perancangan kotak acuan bawaan (default boxes / prior boxes).</a:t>
            </a:r>
          </a:p>
          <a:p>
            <a:pPr>
              <a:spcAft>
                <a:spcPts val="400"/>
              </a:spcAft>
              <a:defRPr sz="1100">
                <a:solidFill>
                  <a:srgbClr val="334155"/>
                </a:solidFill>
              </a:defRPr>
            </a:pPr>
            <a:r>
              <a:t>•  Menguasai strategi pencocokan kotak (matching strategy) berbasis ambang batas Jaccard / IoU.</a:t>
            </a:r>
          </a:p>
          <a:p>
            <a:pPr>
              <a:spcAft>
                <a:spcPts val="400"/>
              </a:spcAft>
              <a:defRPr sz="1100">
                <a:solidFill>
                  <a:srgbClr val="334155"/>
                </a:solidFill>
              </a:defRPr>
            </a:pPr>
            <a:r>
              <a:t>•  Memahami formulasi matematis Hard Negative Mining untuk menyeimbangkan disparitas ekstrem antara sampel latar belakang dan objek.</a:t>
            </a:r>
          </a:p>
          <a:p>
            <a:pPr>
              <a:spcAft>
                <a:spcPts val="400"/>
              </a:spcAft>
              <a:defRPr sz="1100">
                <a:solidFill>
                  <a:srgbClr val="334155"/>
                </a:solidFill>
              </a:defRPr>
            </a:pPr>
            <a:r>
              <a:t>•  Menurunkan fungsi kerugian gabungan MultiBox Loss (Smooth L1 untuk regresi dan Softmax Cross-Entropy untuk klasifikasi).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12.8</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Single Shot Detector (SSD).</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s_k = s_min + fracs_max - s_minm - 1 (k - 1),    k in 1, dots, m</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Single Shot Detector (SSD)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12.8</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SINGLE SHOT MULTIBOX DETECTOR (SSD</a:t>
            </a:r>
          </a:p>
        </p:txBody>
      </p:sp>
      <p:pic>
        <p:nvPicPr>
          <p:cNvPr id="12" name="Picture 11" descr="arsitektur_single_shot_detector_ssd_multiscale.png"/>
          <p:cNvPicPr>
            <a:picLocks noChangeAspect="1"/>
          </p:cNvPicPr>
          <p:nvPr/>
        </p:nvPicPr>
        <p:blipFill>
          <a:blip r:embed="rId2"/>
          <a:stretch>
            <a:fillRect/>
          </a:stretch>
        </p:blipFill>
        <p:spPr>
          <a:xfrm>
            <a:off x="914399" y="2577904"/>
            <a:ext cx="5669280" cy="261659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12.8</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arsitektur piramida fitur multi-resolusi SSD dan perancangan kotak acuan bawaan (default boxes / prior boxes).</a:t>
            </a:r>
            <a:br/>
            <a:r>
              <a:t>2. Menguasai strategi pencocokan kotak (matching strategy) berbasis ambang batas Jaccard / IoU.</a:t>
            </a:r>
            <a:br/>
            <a:r>
              <a:t>3. Memahami formulasi matematis Hard Negative Mining untuk menyeimbangkan disparitas ekstrem antara sampel latar belakang dan objek.</a:t>
            </a:r>
            <a:br/>
            <a:r>
              <a:t>4. Menurunkan fungsi kerugian gabungan MultiBox Loss (Smooth L1 untuk regresi dan Softmax Cross-Entropy untuk klasifikasi).</a:t>
            </a:r>
            <a:br/>
            <a:br/>
            <a:r>
              <a:t>### 1.2 Kerangka Hasil Pembelajaran (Outputs, Outcomes, &amp; Impacts)</a:t>
            </a:r>
            <a:br/>
            <a:r>
              <a:t>* **Outputs (Keluaran Berwujud Langsung)**:</a:t>
            </a:r>
            <a:br/>
            <a:r>
              <a:t>  * Dokumen rancangan arsitektur pemrosesan visual dan spesifikasi parameter model Single Shot Detector (SSD).</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12.8</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Single Shot Detector (SSD):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12.8</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12.8</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12.8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Single Shot Detector (SSD)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