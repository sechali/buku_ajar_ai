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12.7: YOLO (You Only Look Once)</a:t>
            </a:r>
          </a:p>
          <a:p>
            <a:pPr>
              <a:spcBef>
                <a:spcPts val="1200"/>
              </a:spcBef>
              <a:defRPr sz="1600">
                <a:solidFill>
                  <a:srgbClr val="94A3B8"/>
                </a:solidFill>
              </a:defRPr>
            </a:pPr>
            <a:r>
              <a:t>Bagian 12: Convolutional Neural Networks (CNN) dan Object Detection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12.7</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prinsip kerja pembagian kisi spasial (grid cells), konsep objectness score, dan penguraian tensor prediksi keluaran YOLO.</a:t>
            </a:r>
          </a:p>
          <a:p>
            <a:pPr>
              <a:spcAft>
                <a:spcPts val="400"/>
              </a:spcAft>
              <a:defRPr sz="1100">
                <a:solidFill>
                  <a:srgbClr val="334155"/>
                </a:solidFill>
              </a:defRPr>
            </a:pPr>
            <a:r>
              <a:t>•  Membedah evolusi arsitektur YOLO: dari grid regression YOLOv1, anchor boxes YOLOv2-v4, hingga arsitektur anchor-free dan CSPDarknet pada YOLO modern.</a:t>
            </a:r>
          </a:p>
          <a:p>
            <a:pPr>
              <a:spcAft>
                <a:spcPts val="400"/>
              </a:spcAft>
              <a:defRPr sz="1100">
                <a:solidFill>
                  <a:srgbClr val="334155"/>
                </a:solidFill>
              </a:defRPr>
            </a:pPr>
            <a:r>
              <a:t>•  Menurunkan formulasi matematis fungsi kerugian gabungan: CIoU Bounding Box Loss, Objectness BCE Loss, dan Multi-Class Cross-Entropy.</a:t>
            </a:r>
          </a:p>
          <a:p>
            <a:pPr>
              <a:spcAft>
                <a:spcPts val="400"/>
              </a:spcAft>
              <a:defRPr sz="1100">
                <a:solidFill>
                  <a:srgbClr val="334155"/>
                </a:solidFill>
              </a:defRPr>
            </a:pPr>
            <a:r>
              <a:t>•  Mengimplementasikan lapisan kepala deteksi (YOLO Detection Head) dan mekanisme dekoding koordinat kotak berbasis PyTorch.</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12.7</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YOLO (You Only Look Once).</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b = [t_x, t_y, t_w, t_h, p_o]</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YOLO (You Only Look Once)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12.7</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DAN MEKANISME GRID YOLO</a:t>
            </a:r>
          </a:p>
        </p:txBody>
      </p:sp>
      <p:pic>
        <p:nvPicPr>
          <p:cNvPr id="12" name="Picture 11" descr="arsitektur_dan_mekanisme_grid_yolo.png"/>
          <p:cNvPicPr>
            <a:picLocks noChangeAspect="1"/>
          </p:cNvPicPr>
          <p:nvPr/>
        </p:nvPicPr>
        <p:blipFill>
          <a:blip r:embed="rId2"/>
          <a:stretch>
            <a:fillRect/>
          </a:stretch>
        </p:blipFill>
        <p:spPr>
          <a:xfrm>
            <a:off x="914399" y="2577904"/>
            <a:ext cx="5669280" cy="261659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12.7</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Memahami prinsip kerja pembagian kisi spasial (grid cells), konsep objectness score, dan penguraian tensor prediksi keluaran YOLO.</a:t>
            </a:r>
            <a:br/>
            <a:r>
              <a:t>2. Membedah evolusi arsitektur YOLO: dari grid regression YOLOv1, anchor boxes YOLOv2-v4, hingga arsitektur anchor-free dan CSPDarknet pada YOLO modern.</a:t>
            </a:r>
            <a:br/>
            <a:r>
              <a:t>3. Menurunkan formulasi matematis fungsi kerugian gabungan: CIoU Bounding Box Loss, Objectness BCE Loss, dan Multi-Class Cross-Entropy.</a:t>
            </a:r>
            <a:br/>
            <a:r>
              <a:t>4. Mengimplementasikan lapisan kepala deteksi (YOLO Detection Head) dan mekanisme dekoding koordinat kotak berbasis PyTorch.</a:t>
            </a:r>
            <a:br/>
            <a:br/>
            <a:r>
              <a:t>### 1.2 Kerangka Hasil Pembelajaran (Outputs, Outcomes, &amp; Impacts)</a:t>
            </a:r>
            <a:br/>
            <a:r>
              <a:t>* **Outputs (Keluaran Berwujud Langsung)**:</a:t>
            </a:r>
            <a:br/>
            <a:r>
              <a:t>  * Dokumen rancangan arsitektur pemrosesan visual dan spesifikasi parameter model YOLO (You Only Look Once).</a:t>
            </a:r>
            <a:br/>
            <a:r>
              <a:t>  * Berkas kode program Python modular tervalidasi menggunakan PyTorch/OpenCV yang siap diuji di lapangan.</a:t>
            </a:r>
            <a:br/>
            <a:r>
              <a:t>  * Grafik metrik evaluasi kinerja (akurasi, mAP, latensi inferensi, dan konsumsi memori aktivasi).</a:t>
            </a:r>
            <a:br/>
            <a:r>
              <a:t>* **Outcomes (Hasil Capaian &amp; Perubahan Kompetensi)**:</a:t>
            </a:r>
            <a:br/>
            <a:r>
              <a:t>  * Penguasaan mendalam terhadap formulasi matematika dan mekanisme konvolusi/deteksi objek visual.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12.7</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YOLO (You Only Look Once):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12.7</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12.7</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12.7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YOLO (You Only Look Once)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