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12.3: Pooling</a:t>
            </a:r>
          </a:p>
          <a:p>
            <a:pPr>
              <a:spcBef>
                <a:spcPts val="1200"/>
              </a:spcBef>
              <a:defRPr sz="1600">
                <a:solidFill>
                  <a:srgbClr val="94A3B8"/>
                </a:solidFill>
              </a:defRPr>
            </a:pPr>
            <a:r>
              <a:t>Bagian 12: Convolutional Neural Networks (CNN) dan Object Detection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formulasi matematis diskrit Max Pooling, Average Pooling, dan Global Average Pooling (GAP).</a:t>
            </a:r>
          </a:p>
          <a:p>
            <a:pPr>
              <a:spcAft>
                <a:spcPts val="400"/>
              </a:spcAft>
              <a:defRPr sz="1100">
                <a:solidFill>
                  <a:srgbClr val="334155"/>
                </a:solidFill>
              </a:defRPr>
            </a:pPr>
            <a:r>
              <a:t>•  Membuktikan sifat invariansi translasi lokal secara analitis dan eksperimental.</a:t>
            </a:r>
          </a:p>
          <a:p>
            <a:pPr>
              <a:spcAft>
                <a:spcPts val="400"/>
              </a:spcAft>
              <a:defRPr sz="1100">
                <a:solidFill>
                  <a:srgbClr val="334155"/>
                </a:solidFill>
              </a:defRPr>
            </a:pPr>
            <a:r>
              <a:t>•  Menganalisis perbedaan aliran gradien saat backpropagation antara Max Pooling (routing backprop) dan Average Pooling (uniform distribution backprop).</a:t>
            </a:r>
          </a:p>
          <a:p>
            <a:pPr>
              <a:spcAft>
                <a:spcPts val="400"/>
              </a:spcAft>
              <a:defRPr sz="1100">
                <a:solidFill>
                  <a:srgbClr val="334155"/>
                </a:solidFill>
              </a:defRPr>
            </a:pPr>
            <a:r>
              <a:t>•  Mengimplementasikan operasi pooling secara manual menggunakan NumPy dan membandingkannya terhadap modul PyTorch (`nn.MaxPool2d`, `nn.AvgPool2d`, `nn.AdaptiveAvgPool2d`).</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Pooling.</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Omega(i, j) =  (m, n) mid i cdot S_h le m &lt; i cdot S_h + K_h,    j cdot S_w le n</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Pooling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MEKANISME POOLING DAN RECEPTIVE FIELD CNN</a:t>
            </a:r>
          </a:p>
        </p:txBody>
      </p:sp>
      <p:pic>
        <p:nvPicPr>
          <p:cNvPr id="12" name="Picture 11" descr="mekanisme_pooling_dan_receptive_field_cnn.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formulasi matematis diskrit Max Pooling, Average Pooling, dan Global Average Pooling (GAP).</a:t>
            </a:r>
            <a:br/>
            <a:r>
              <a:t>2. Membuktikan sifat invariansi translasi lokal secara analitis dan eksperimental.</a:t>
            </a:r>
            <a:br/>
            <a:r>
              <a:t>3. Menganalisis perbedaan aliran gradien saat backpropagation antara Max Pooling (routing backprop) dan Average Pooling (uniform distribution backprop).</a:t>
            </a:r>
            <a:br/>
            <a:r>
              <a:t>4. Mengimplementasikan operasi pooling secara manual menggunakan NumPy dan membandingkannya terhadap modul PyTorch (`nn.MaxPool2d`, `nn.AvgPool2d`, `nn.AdaptiveAvgPool2d`).</a:t>
            </a:r>
            <a:br/>
            <a:br/>
            <a:r>
              <a:t>### 1.2 Kerangka Hasil Pembelajaran (Outputs, Outcomes, &amp; Impacts)</a:t>
            </a:r>
            <a:br/>
            <a:r>
              <a:t>* **Outputs (Keluaran Berwujud Langsung)**:</a:t>
            </a:r>
            <a:br/>
            <a:r>
              <a:t>  * Dokumen rancangan arsitektur pemrosesan visual dan spesifikasi parameter model Pooling.</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Pooling: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PART-12 • AI Modul 12.3</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12.3</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12.3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Pooling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