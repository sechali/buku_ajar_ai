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12.1: Convolutional Neural Network (CNN)</a:t>
            </a:r>
          </a:p>
          <a:p>
            <a:pPr>
              <a:spcBef>
                <a:spcPts val="1200"/>
              </a:spcBef>
              <a:defRPr sz="1600">
                <a:solidFill>
                  <a:srgbClr val="94A3B8"/>
                </a:solidFill>
              </a:defRPr>
            </a:pPr>
            <a:r>
              <a:t>Bagian 12: Convolutional Neural Networks (CNN) dan Object Detection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12.1</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formulasi matematis diskrit operasi konvolusi 2D, mekanisme cross-correlation, peran kernel/filter, serta pengaruh stride dan padding.</a:t>
            </a:r>
          </a:p>
          <a:p>
            <a:pPr>
              <a:spcAft>
                <a:spcPts val="400"/>
              </a:spcAft>
              <a:defRPr sz="1100">
                <a:solidFill>
                  <a:srgbClr val="334155"/>
                </a:solidFill>
              </a:defRPr>
            </a:pPr>
            <a:r>
              <a:t>•  Menguasai analisis pertumbuhan receptive field efektif sepanjang kedalaman lapisan jaringan.</a:t>
            </a:r>
          </a:p>
          <a:p>
            <a:pPr>
              <a:spcAft>
                <a:spcPts val="400"/>
              </a:spcAft>
              <a:defRPr sz="1100">
                <a:solidFill>
                  <a:srgbClr val="334155"/>
                </a:solidFill>
              </a:defRPr>
            </a:pPr>
            <a:r>
              <a:t>•  Mengimplementasikan lapisan konvolusi secara manual berbasis operasi matriks murni NumPy serta pustaka `torch.nn.Conv2d` pada PyTorch.</a:t>
            </a:r>
          </a:p>
          <a:p>
            <a:pPr>
              <a:spcAft>
                <a:spcPts val="400"/>
              </a:spcAft>
              <a:defRPr sz="1100">
                <a:solidFill>
                  <a:srgbClr val="334155"/>
                </a:solidFill>
              </a:defRPr>
            </a:pPr>
            <a:r>
              <a:t>•  Menganalisis efisiensi komputasi FLOPs (Floating Point Operations) dan konsumsi memori aktivasi konvolusi.</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12.1</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Convolutional Neural Network (CNN).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S(i, j) = (I * K)(i, j) = sum_m=-k^k sum_n=-k^k I(i - m, j - n) K(m, n)</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Convolutional Neural Network (CNN)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12.1</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DAN OPERASI KONVOLUSI CNN</a:t>
            </a:r>
          </a:p>
        </p:txBody>
      </p:sp>
      <p:pic>
        <p:nvPicPr>
          <p:cNvPr id="12" name="Picture 11" descr="arsitektur_dan_operasi_konvolusi_cnn.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12.1</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Memahami formulasi matematis diskrit operasi konvolusi 2D, mekanisme cross-correlation, peran kernel/filter, serta pengaruh stride dan padding.</a:t>
            </a:r>
            <a:br/>
            <a:r>
              <a:t>2. Menguasai analisis pertumbuhan receptive field efektif sepanjang kedalaman lapisan jaringan.</a:t>
            </a:r>
            <a:br/>
            <a:r>
              <a:t>3. Mengimplementasikan lapisan konvolusi secara manual berbasis operasi matriks murni NumPy serta pustaka `torch.nn.Conv2d` pada PyTorch.</a:t>
            </a:r>
            <a:br/>
            <a:r>
              <a:t>4. Menganalisis efisiensi komputasi FLOPs (Floating Point Operations) dan konsumsi memori aktivasi konvolusi.</a:t>
            </a:r>
            <a:br/>
            <a:br/>
            <a:r>
              <a:t>### 1.2 Kerangka Hasil Pembelajaran (Outputs, Outcomes, &amp; Impacts)</a:t>
            </a:r>
            <a:br/>
            <a:r>
              <a:t>* **Outputs (Keluaran Berwujud Langsung)**:</a:t>
            </a:r>
            <a:br/>
            <a:r>
              <a:t>  * Dokumen rancangan arsitektur pemrosesan visual dan spesifikasi parameter model Convolutional Neural Network (CNN).</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12.1</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Convolutional Neural Network (CNN):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12.1</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12.1</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12.1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Convolutional Neural Network (CNN)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