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12.4: Transfer Learning</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fondasi teoretis domain adaptation, covariate shift, dan mitigasi fenomena catastrophic forgetting.</a:t>
            </a:r>
          </a:p>
          <a:p>
            <a:pPr>
              <a:spcAft>
                <a:spcPts val="400"/>
              </a:spcAft>
              <a:defRPr sz="1100">
                <a:solidFill>
                  <a:srgbClr val="334155"/>
                </a:solidFill>
              </a:defRPr>
            </a:pPr>
            <a:r>
              <a:t>•  Menguasai dua strategi utama Transfer Learning: Feature Extraction (pembekuan bobot) dan Fine-Tuning (penyesuaian bertahap).</a:t>
            </a:r>
          </a:p>
          <a:p>
            <a:pPr>
              <a:spcAft>
                <a:spcPts val="400"/>
              </a:spcAft>
              <a:defRPr sz="1100">
                <a:solidFill>
                  <a:srgbClr val="334155"/>
                </a:solidFill>
              </a:defRPr>
            </a:pPr>
            <a:r>
              <a:t>•  Menerapkan skema Differential Learning Rates (laju pembelajaran diskriminatif) berbasis PyTorch parameter groups.</a:t>
            </a:r>
          </a:p>
          <a:p>
            <a:pPr>
              <a:spcAft>
                <a:spcPts val="400"/>
              </a:spcAft>
              <a:defRPr sz="1100">
                <a:solidFill>
                  <a:srgbClr val="334155"/>
                </a:solidFill>
              </a:defRPr>
            </a:pPr>
            <a:r>
              <a:t>•  Membangun model transfer learning untuk deteksi defisiensi unsur hara makro/mikro pada daun bibit kelapa sawit dengan dataset terbatas.</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Transfer Learning.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mathcalD =  mathcalX, P(X) ,    X = x_1, dots, x_n in mathcalX</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Transfer Learning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STRATEGI TRANSFER LEARNING</a:t>
            </a:r>
          </a:p>
        </p:txBody>
      </p:sp>
      <p:pic>
        <p:nvPicPr>
          <p:cNvPr id="12" name="Picture 11" descr="strategi_transfer_learning_feature_extraction_fine_tuning.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fondasi teoretis domain adaptation, covariate shift, dan mitigasi fenomena catastrophic forgetting.</a:t>
            </a:r>
            <a:br/>
            <a:r>
              <a:t>2. Menguasai dua strategi utama Transfer Learning: Feature Extraction (pembekuan bobot) dan Fine-Tuning (penyesuaian bertahap).</a:t>
            </a:r>
            <a:br/>
            <a:r>
              <a:t>3. Menerapkan skema Differential Learning Rates (laju pembelajaran diskriminatif) berbasis PyTorch parameter groups.</a:t>
            </a:r>
            <a:br/>
            <a:r>
              <a:t>4. Membangun model transfer learning untuk deteksi defisiensi unsur hara makro/mikro pada daun bibit kelapa sawit dengan dataset terbatas.</a:t>
            </a:r>
            <a:br/>
            <a:br/>
            <a:r>
              <a:t>### 1.2 Kerangka Hasil Pembelajaran (Outputs, Outcomes, &amp; Impacts)</a:t>
            </a:r>
            <a:br/>
            <a:r>
              <a:t>* **Outputs (Keluaran Berwujud Langsung)**:</a:t>
            </a:r>
            <a:br/>
            <a:r>
              <a:t>  * Dokumen rancangan arsitektur pemrosesan visual dan spesifikasi parameter model Transfer Learning.</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Transfer Learning: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Transfer Learning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