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12.5: Image Classification dengan CNN</a:t>
            </a:r>
          </a:p>
          <a:p>
            <a:pPr>
              <a:spcBef>
                <a:spcPts val="1200"/>
              </a:spcBef>
              <a:defRPr sz="1600">
                <a:solidFill>
                  <a:srgbClr val="94A3B8"/>
                </a:solidFill>
              </a:defRPr>
            </a:pPr>
            <a:r>
              <a:t>Bagian 12: Convolutional Neural Networks (CNN) dan Object Detection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formulasi matematis Cross-Entropy Loss, Label Smoothing, dan mekanika kalibrasi probabilitas Softmax.</a:t>
            </a:r>
          </a:p>
          <a:p>
            <a:pPr>
              <a:spcAft>
                <a:spcPts val="400"/>
              </a:spcAft>
              <a:defRPr sz="1100">
                <a:solidFill>
                  <a:srgbClr val="334155"/>
                </a:solidFill>
              </a:defRPr>
            </a:pPr>
            <a:r>
              <a:t>•  Membangun pipeline pelatihan end-to-end yang mengintegrasikan augmentasi data, DataLoader multi-proses, learning rate scheduler, dan Early Stopping.</a:t>
            </a:r>
          </a:p>
          <a:p>
            <a:pPr>
              <a:spcAft>
                <a:spcPts val="400"/>
              </a:spcAft>
              <a:defRPr sz="1100">
                <a:solidFill>
                  <a:srgbClr val="334155"/>
                </a:solidFill>
              </a:defRPr>
            </a:pPr>
            <a:r>
              <a:t>•  Menganalisis kinerja model menggunakan metrik evaluasi komprehensif: Confusion Matrix, Macro/Weighted F1-Score, dan kurva ROC-AUC.</a:t>
            </a:r>
          </a:p>
          <a:p>
            <a:pPr>
              <a:spcAft>
                <a:spcPts val="400"/>
              </a:spcAft>
              <a:defRPr sz="1100">
                <a:solidFill>
                  <a:srgbClr val="334155"/>
                </a:solidFill>
              </a:defRPr>
            </a:pPr>
            <a:r>
              <a:t>•  Mengimplementasikan visualisasi representasi atensi model menggunakan Gradient-weighted Class Activation Mapping (Grad-CAM).</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Image Classification dengan CNN.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haty_k = fracexp(z_k / T)sum_j=1^K exp(z_j / T)</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Image Classification dengan CNN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PIPELINE END-TO-END IMAGE CLASSIFICATION</a:t>
            </a:r>
          </a:p>
        </p:txBody>
      </p:sp>
      <p:pic>
        <p:nvPicPr>
          <p:cNvPr id="12" name="Picture 11" descr="pipeline_image_classification_end_to_end_cnn.png"/>
          <p:cNvPicPr>
            <a:picLocks noChangeAspect="1"/>
          </p:cNvPicPr>
          <p:nvPr/>
        </p:nvPicPr>
        <p:blipFill>
          <a:blip r:embed="rId2"/>
          <a:stretch>
            <a:fillRect/>
          </a:stretch>
        </p:blipFill>
        <p:spPr>
          <a:xfrm>
            <a:off x="914399" y="2671354"/>
            <a:ext cx="5669280" cy="2429691"/>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formulasi matematis Cross-Entropy Loss, Label Smoothing, dan mekanika kalibrasi probabilitas Softmax.</a:t>
            </a:r>
            <a:br/>
            <a:r>
              <a:t>2. Membangun pipeline pelatihan end-to-end yang mengintegrasikan augmentasi data, DataLoader multi-proses, learning rate scheduler, dan Early Stopping.</a:t>
            </a:r>
            <a:br/>
            <a:r>
              <a:t>3. Menganalisis kinerja model menggunakan metrik evaluasi komprehensif: Confusion Matrix, Macro/Weighted F1-Score, dan kurva ROC-AUC.</a:t>
            </a:r>
            <a:br/>
            <a:r>
              <a:t>4. Mengimplementasikan visualisasi representasi atensi model menggunakan Gradient-weighted Class Activation Mapping (Grad-CAM).</a:t>
            </a:r>
            <a:br/>
            <a:br/>
            <a:r>
              <a:t>### 1.2 Kerangka Hasil Pembelajaran (Outputs, Outcomes, &amp; Impacts)</a:t>
            </a:r>
            <a:br/>
            <a:r>
              <a:t>* **Outputs (Keluaran Berwujud Langsung)**:</a:t>
            </a:r>
            <a:br/>
            <a:r>
              <a:t>  * Dokumen rancangan arsitektur pemrosesan visual dan spesifikasi parameter model Image Classification dengan CNN.</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Image Classification dengan CNN: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Image Classification dengan CNN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