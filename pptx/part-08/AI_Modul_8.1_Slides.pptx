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8.1: Preprocessing Dataset</a:t>
            </a:r>
          </a:p>
          <a:p>
            <a:pPr>
              <a:spcBef>
                <a:spcPts val="1200"/>
              </a:spcBef>
              <a:defRPr sz="1600">
                <a:solidFill>
                  <a:srgbClr val="94A3B8"/>
                </a:solidFill>
              </a:defRPr>
            </a:pPr>
            <a:r>
              <a:t>Bagian 8: Unsupervised Learning dan Reduksi Dimensi</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PART-08 • AI Modul 8.1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8.1</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Sub-CPMK 8.1.1 (C2): Menguraikan urgensi matematis standarisasi masukan terhadap geometri lanskap fungsi rugi, rasio kondisi (condition number) matriks Hessian, serta membedakan konsep partisi acak (random split) dengan partisi blok kebun (spatial block partitioning).</a:t>
            </a:r>
          </a:p>
          <a:p>
            <a:pPr>
              <a:spcAft>
                <a:spcPts val="400"/>
              </a:spcAft>
              <a:defRPr sz="1100">
                <a:solidFill>
                  <a:srgbClr val="334155"/>
                </a:solidFill>
              </a:defRPr>
            </a:pPr>
            <a:r>
              <a:t>•  Sub-CPMK 8.1.2 (C3): Membangun data pipeline terintegrasi berbasis kelas kustom `Dataset` dan `DataLoader` PyTorch yang mencakup pembersihan derau sensor, imputasi nilai hilang, penskalaan tanpa kebocoran data (zero data leakage), dan mekanisme batch collation.</a:t>
            </a:r>
          </a:p>
          <a:p>
            <a:pPr>
              <a:spcAft>
                <a:spcPts val="400"/>
              </a:spcAft>
              <a:defRPr sz="1100">
                <a:solidFill>
                  <a:srgbClr val="334155"/>
                </a:solidFill>
              </a:defRPr>
            </a:pPr>
            <a:r>
              <a:t>•  Sub-CPMK 8.1.3 (C4): Mendiagnosis anomali autokorelasi spasial, menangani ketidakseimbangan kelas (class imbalance) menggunakan teknik pembobotan Weighted Random Sampling, serta merumuskan strategi penanganan pencilan (outliers) multivariat pada data spektral dan sensor IoT perkebunan.</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PART-08 • AI Modul 8.1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8.1</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Preprocessing Dataset.</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kappa(mathbfH) = fraclambda_max(mathbfH)lambda_min(mathbfH) gg 1</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Preprocessing Dataset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PART-08 • AI Modul 8.1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8.1</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PIPELINE PREPROCESSING DAN ARSITEKTUR DATALOA</a:t>
            </a:r>
          </a:p>
        </p:txBody>
      </p:sp>
      <p:pic>
        <p:nvPicPr>
          <p:cNvPr id="12" name="Picture 11" descr="pipeline_preprocessing_dan_arsitektur_dataloader_agrokompleks.png"/>
          <p:cNvPicPr>
            <a:picLocks noChangeAspect="1"/>
          </p:cNvPicPr>
          <p:nvPr/>
        </p:nvPicPr>
        <p:blipFill>
          <a:blip r:embed="rId2"/>
          <a:stretch>
            <a:fillRect/>
          </a:stretch>
        </p:blipFill>
        <p:spPr>
          <a:xfrm>
            <a:off x="914399" y="2441953"/>
            <a:ext cx="5669280" cy="2888493"/>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PART-08 • AI Modul 8.1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8.1</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pembelajaran ini secara tuntas, mahasiswa diharapkan memiliki kapabilitas untuk:</a:t>
            </a:r>
            <a:br/>
            <a:r>
              <a:t>1. **Sub-CPMK 8.1.1 (C2):** Menguraikan urgensi matematis standarisasi masukan terhadap geometri lanskap fungsi rugi, rasio kondisi (*condition number*) matriks Hessian, serta membedakan konsep partisi acak (*random split*) dengan partisi blok kebun (*spatial block partitioning*).</a:t>
            </a:r>
            <a:br/>
            <a:r>
              <a:t>2. **Sub-CPMK 8.1.2 (C3):** Membangun *data pipeline* terintegrasi berbasis kelas kustom `Dataset` dan `DataLoader` PyTorch yang mencakup pembersihan derau sensor, imputasi nilai hilang, penskalaan tanpa kebocoran data (*zero data leakage*), dan mekanisme *batch collation*.</a:t>
            </a:r>
            <a:br/>
            <a:r>
              <a:t>3. **Sub-CPMK 8.1.3 (C4):** Mendiagnosis anomali autokorelasi spasial, menangani ketidakseimbangan kelas (*class imbalance*) menggunakan teknik pembobotan *Weighted Random Sampling*, serta merumuskan strategi penanganan pencilan (*outliers*) multivariat pada data spektral dan sensor IoT perkebunan.</a:t>
            </a:r>
            <a:br/>
            <a:br/>
            <a:r>
              <a:t>### 1.2 Kerangka Hasil Pembelajaran (Outputs, Outcomes, &amp; Impacts)</a:t>
            </a:r>
            <a:br/>
            <a:r>
              <a:t>- **Luaran Langsung (*Outputs*):** Modul skrip Python preprocessing modular, file pipeline PyTorch `Dataset` dan `DataLoader`, serta visualisasi partisi blok spasial perkebunan yang tervalidasi tanpa galat.</a:t>
            </a:r>
            <a:br/>
            <a:r>
              <a:t>- **Dampak Pembelajaran (*Outcomes*):** Mahasiswa memiliki kompetensi teknis profesional dalam mengelola siklus data mentah agrokompleks menjadi representasi tensor berkinerja tinggi yang siap dilatih oleh arsitektur *deep learning*.</a:t>
            </a:r>
            <a:br/>
            <a:r>
              <a:t>- **Implikasi Jangka Panjang (*Impacts*):** Terhindarnya model kecerdasan buatan perkebunan dari bias optimisme semu akibat kebocoran data spasial (*spatial data leakage*), menjamin keandalan sistem saat diterapkan pada variasi afdeling perkebunan baru.</a:t>
            </a:r>
            <a:br/>
            <a:br/>
            <a:r>
              <a:t>---</a:t>
            </a:r>
            <a:br/>
            <a:br/>
            <a:r>
              <a:t>## 2. Profil Fundamental Preprocessing Dataset: Fungsi, Manfaat, dan Keunggulan-Kelemahan</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PART-08 • AI Modul 8.1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8.1</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Preprocessing Dataset: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PART-08 • AI Modul 8.1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8.1</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PART-08 • AI Modul 8.1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8.1</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8.1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Preprocessing Dataset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