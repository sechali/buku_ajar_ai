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8.3: Evaluasi Model</a:t>
            </a:r>
          </a:p>
          <a:p>
            <a:pPr>
              <a:spcBef>
                <a:spcPts val="1200"/>
              </a:spcBef>
              <a:defRPr sz="1600">
                <a:solidFill>
                  <a:srgbClr val="94A3B8"/>
                </a:solidFill>
              </a:defRPr>
            </a:pPr>
            <a:r>
              <a:t>Bagian 8: Unsupervised Learning dan Reduksi Dimensi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Sub-CPMK 8.3.1 (C2): Menguraikan landasan teoretis dekomposisi galat generalisasi (Bias-Variance Tradeoff), asumsi residual homoskedastisitas, serta formulasi matematis metrik evaluasi multi-skala regresi (R^2, RMSE, MAE, MAPE) dan klasifikasi probabilitas (Confusion Matrix, ROC-AUC, PR-AUC).</a:t>
            </a:r>
          </a:p>
          <a:p>
            <a:pPr>
              <a:spcAft>
                <a:spcPts val="400"/>
              </a:spcAft>
              <a:defRPr sz="1100">
                <a:solidFill>
                  <a:srgbClr val="334155"/>
                </a:solidFill>
              </a:defRPr>
            </a:pPr>
            <a:r>
              <a:t>•  Sub-CPMK 8.3.2 (C3): Mengimplementasikan modul evaluasi menyeluruh (comprehensive evaluation suite) menggunakan PyTorch dan Matplotlib untuk mengaudit distribusi residual galat, kurva kalibrasi, serta mendeteksi bias tersembunyi pada model prediksi rendemen agrokompleks terpadu.</a:t>
            </a:r>
          </a:p>
          <a:p>
            <a:pPr>
              <a:spcAft>
                <a:spcPts val="400"/>
              </a:spcAft>
              <a:defRPr sz="1100">
                <a:solidFill>
                  <a:srgbClr val="334155"/>
                </a:solidFill>
              </a:defRPr>
            </a:pPr>
            <a:r>
              <a:t>•  Sub-CPMK 8.3.3 (C4): Mendiagnosis anomali heteroskedastisitas galat, disparitas kinerja antar-blok geografis perkebunan, serta melakukan uji stres ketahanan (robustness stress testing) terhadap gangguan derau sensorik dan pergeseran distribusi data (distribution shift).</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Evaluasi Model.</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RMSE = sqrtfrac1N sum_i=1^N (y_i - haty_i)^2</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Evaluasi Model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PANEL DIAGNOSTIK REGRESI DAN RESIDUAL DEEP LE</a:t>
            </a:r>
          </a:p>
        </p:txBody>
      </p:sp>
      <p:pic>
        <p:nvPicPr>
          <p:cNvPr id="12" name="Picture 11" descr="panel_diagnostik_regresi_dan_residual_deep_learning.png"/>
          <p:cNvPicPr>
            <a:picLocks noChangeAspect="1"/>
          </p:cNvPicPr>
          <p:nvPr/>
        </p:nvPicPr>
        <p:blipFill>
          <a:blip r:embed="rId2"/>
          <a:stretch>
            <a:fillRect/>
          </a:stretch>
        </p:blipFill>
        <p:spPr>
          <a:xfrm>
            <a:off x="914399" y="2784972"/>
            <a:ext cx="5669280" cy="2202454"/>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pembelajaran ini secara tuntas, mahasiswa diharapkan memiliki kapabilitas untuk:</a:t>
            </a:r>
            <a:br/>
            <a:r>
              <a:t>1. **Sub-CPMK 8.3.1 (C2):** Menguraikan landasan teoretis dekomposisi galat generalisasi (*Bias-Variance Tradeoff*), asumsi residual homoskedastisitas, serta formulasi matematis metrik evaluasi multi-skala regresi ($R^2$, RMSE, MAE, MAPE) dan klasifikasi probabilitas (*Confusion Matrix*, ROC-AUC, PR-AUC).</a:t>
            </a:r>
            <a:br/>
            <a:r>
              <a:t>2. **Sub-CPMK 8.3.2 (C3):** Mengimplementasikan modul evaluasi menyeluruh (*comprehensive evaluation suite*) menggunakan PyTorch dan Matplotlib untuk mengaudit distribusi residual galat, kurva kalibrasi, serta mendeteksi bias tersembunyi pada model prediksi rendemen agrokompleks terpadu.</a:t>
            </a:r>
            <a:br/>
            <a:r>
              <a:t>3. **Sub-CPMK 8.3.3 (C4):** Mendiagnosis anomali heteroskedastisitas galat, disparitas kinerja antar-blok geografis perkebunan, serta melakukan uji stres ketahanan (*robustness stress testing*) terhadap gangguan derau sensorik dan pergeseran distribusi data (*distribution shift*).</a:t>
            </a:r>
            <a:br/>
            <a:br/>
            <a:r>
              <a:t>### 1.2 Kerangka Hasil Pembelajaran (Outputs, Outcomes, &amp; Impacts)</a:t>
            </a:r>
            <a:br/>
            <a:r>
              <a:t>- **Luaran Langsung (*Outputs*):** Skrip modul Python audit diagnostik model, visualisasi panel ganda aktual vs prediksi dan kurva ROC-AUC, serta laporan komparasi metrik data latih vs validasi vs uji.</a:t>
            </a:r>
            <a:br/>
            <a:r>
              <a:t>- **Dampak Pembelajaran (*Outcomes*):** Mahasiswa memiliki integritas saintifik dan ketelitian metodologis dalam menguji performa model AI secara objektif, menolak klaim performa yang bertumpu pada metrik tunggal semu.</a:t>
            </a:r>
            <a:br/>
            <a:r>
              <a:t>- **Implikasi Jangka Panjang (*Impacts*):** Terjaminnya keandalan operasional model AI saat diimplementasikan pada pabrik kelapa sawit dan sistem otomasi panen, meminimalkan risiko kerugian finansial akibat keputusan manajerial berbasis prediksi yang cacat.</a:t>
            </a:r>
            <a:br/>
            <a:br/>
            <a:r>
              <a:t>---</a:t>
            </a:r>
            <a:br/>
            <a:br/>
            <a:r>
              <a:t>## 2. Profil Fundamental Evaluasi Model: Fungsi, Manfaat, dan Keunggulan-Kelemahan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Evaluasi Model: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PART-08 • AI Modul 8.3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8.3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8.3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Evaluasi Model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