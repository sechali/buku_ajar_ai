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8.5: Pembuatan Sistem Prediksi Sederhana</a:t>
            </a:r>
          </a:p>
          <a:p>
            <a:pPr>
              <a:spcBef>
                <a:spcPts val="1200"/>
              </a:spcBef>
              <a:defRPr sz="1600">
                <a:solidFill>
                  <a:srgbClr val="94A3B8"/>
                </a:solidFill>
              </a:defRPr>
            </a:pPr>
            <a:r>
              <a:t>Bagian 8: Unsupervised Learning dan Reduksi Dimensi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8.5</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Sub-CPMK 8.5.1 (C2): Menguraikan arsitektur serialisasi model portabel (TorchScript JIT dan ONNX Runtime), membedakan mekanisme penelusuran graf (tracing) vs penulisan skrip (scripting), serta merumuskan alur kerja modular enkapsulasi sistem inferensi.</a:t>
            </a:r>
          </a:p>
          <a:p>
            <a:pPr>
              <a:spcAft>
                <a:spcPts val="400"/>
              </a:spcAft>
              <a:defRPr sz="1100">
                <a:solidFill>
                  <a:srgbClr val="334155"/>
                </a:solidFill>
              </a:defRPr>
            </a:pPr>
            <a:r>
              <a:t>•  Sub-CPMK 8.5.2 (C3): Membangun kelas mesin inferensi terpadu (Inference Engine) yang mengotomatisasi validasi batas fisik data sensor lapangan, penyesuaian standarisasi parameter terbekukan, eksekusi model terkompilasi berkecepatan tinggi, dan pasca-pemrosesan kategori mutu panen.</a:t>
            </a:r>
          </a:p>
          <a:p>
            <a:pPr>
              <a:spcAft>
                <a:spcPts val="400"/>
              </a:spcAft>
              <a:defRPr sz="1100">
                <a:solidFill>
                  <a:srgbClr val="334155"/>
                </a:solidFill>
              </a:defRPr>
            </a:pPr>
            <a:r>
              <a:t>•  Sub-CPMK 8.5.3 (C4): Merancang prototipe antarmuka sistem prediksi cerdas interaktif (berbasis CLI dan web GUI) yang siap dioperasikan di stasiun sortasi pabrik kelapa sawit, serta mengevaluasi disparitas latensi komputasi antara PyTorch Eager, TorchScript, dan ONNX.</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8.5</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Pembuatan Sistem Prediksi Sederhana.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haty = g_postBig( f_JITbig( phi_scale(mathbfx_raw; boldsymbolmu_train, boldsymbo</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Pembuatan Sistem Prediksi Sederhana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8.5</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DEPLOYMENT DAN PIPELINE INFERENSI </a:t>
            </a:r>
          </a:p>
        </p:txBody>
      </p:sp>
      <p:pic>
        <p:nvPicPr>
          <p:cNvPr id="12" name="Picture 11" descr="arsitektur_deployment_dan_pipeline_inferensi_deep_learning.png"/>
          <p:cNvPicPr>
            <a:picLocks noChangeAspect="1"/>
          </p:cNvPicPr>
          <p:nvPr/>
        </p:nvPicPr>
        <p:blipFill>
          <a:blip r:embed="rId2"/>
          <a:stretch>
            <a:fillRect/>
          </a:stretch>
        </p:blipFill>
        <p:spPr>
          <a:xfrm>
            <a:off x="914399" y="2359549"/>
            <a:ext cx="5669280" cy="305330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8.5</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pembelajaran ini secara tuntas, mahasiswa diharapkan memiliki kapabilitas untuk:</a:t>
            </a:r>
            <a:br/>
            <a:r>
              <a:t>1. **Sub-CPMK 8.5.1 (C2):** Menguraikan arsitektur serialisasi model portabel (*TorchScript JIT* dan *ONNX Runtime*), membedakan mekanisme penelusuran graf (*tracing*) vs penulisan skrip (*scripting*), serta merumuskan alur kerja modular enkapsulasi sistem inferensi.</a:t>
            </a:r>
            <a:br/>
            <a:r>
              <a:t>2. **Sub-CPMK 8.5.2 (C3):** Membangun kelas mesin inferensi terpadu (*Inference Engine*) yang mengotomatisasi validasi batas fisik data sensor lapangan, penyesuaian standarisasi parameter terbekukan, eksekusi model terkompilasi berkecepatan tinggi, dan pasca-pemrosesan kategori mutu panen.</a:t>
            </a:r>
            <a:br/>
            <a:r>
              <a:t>3. **Sub-CPMK 8.5.3 (C4):** Merancang prototipe antarmuka sistem prediksi cerdas interaktif (berbasis CLI dan web GUI) yang siap dioperasikan di stasiun sortasi pabrik kelapa sawit, serta mengevaluasi disparitas latensi komputasi antara PyTorch Eager, TorchScript, dan ONNX.</a:t>
            </a:r>
            <a:br/>
            <a:br/>
            <a:r>
              <a:t>### 1.2 Kerangka Hasil Pembelajaran (Outputs, Outcomes, &amp; Impacts)</a:t>
            </a:r>
            <a:br/>
            <a:r>
              <a:t>- **Luaran Langsung (*Outputs*):** Artefak model terkompilasi `oilpalm_predictor_jit.pt`, skrip mesin inferensi mandiri, serta prototipe antarmuka interaktif prediksi rendemen panen perkebunan yang tervalidasi.</a:t>
            </a:r>
            <a:br/>
            <a:r>
              <a:t>- **Dampak Pembelajaran (*Outcomes*):** Mahasiswa memiliki kapabilitas rekayasa perangkat lunak terapan dalam mentransformasikan model riset laboratorium menjadi produk teknologi kecerdasan buatan operasional (*production-ready AI*).</a:t>
            </a:r>
            <a:br/>
            <a:r>
              <a:t>- **Implikasi Jangka Panjang (*Impacts*):** Terciptanya sistem automasi sortasi dan grading komoditas perkebunan presisi yang dapat langsung dimanfaatkan oleh industri kelapa sawit, kehutanan, dan pertanian rakyat guna mendongkrak efisiensi hilirisasi agrokompleks nasional.</a:t>
            </a:r>
            <a:br/>
            <a:br/>
            <a:r>
              <a:t>---</a:t>
            </a:r>
            <a:br/>
            <a:br/>
            <a:r>
              <a:t>## 2. Profil Fundamental Pembuatan Sistem Prediksi Sederhana: Fungsi, Manfaat, dan Keunggulan-Kelemahan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8.5</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Pembuatan Sistem Prediksi Sederhana: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8.5</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8.5</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8.5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Pembuatan Sistem Prediksi Sederhana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